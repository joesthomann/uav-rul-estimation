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12"/>
  </p:notesMasterIdLst>
  <p:handoutMasterIdLst>
    <p:handoutMasterId r:id="rId13"/>
  </p:handoutMasterIdLst>
  <p:sldIdLst>
    <p:sldId id="256" r:id="rId9"/>
    <p:sldId id="257" r:id="rId10"/>
    <p:sldId id="258" r:id="rId11"/>
    <p:sldId id="259" r:id="rId8"/>
    <p:sldId id="260" r:id="rId7"/>
    <p:sldId id="261" r:id="rId6"/>
    <p:sldId id="262" r:id="rId5"/>
    <p:sldId id="263" r:id="rId4"/>
    <p:sldId id="264" r:id="rId3"/>
    <p:sldId id="265" r:id="rId2"/>
    <p:sldId id="266" r:id="rId19"/>
    <p:sldId id="267" r:id="rId20"/>
    <p:sldId id="268" r:id="rId21"/>
    <p:sldId id="269" r:id="rId22"/>
    <p:sldId id="270" r:id="rId23"/>
    <p:sldId id="271" r:id="rId24"/>
    <p:sldId id="272" r:id="rId25"/>
    <p:sldId id="273" r:id="rId26"/>
    <p:sldId id="274" r:id="rId27"/>
    <p:sldId id="275" r:id="rId28"/>
    <p:sldId id="276" r:id="rId29"/>
  </p:sldIdLst>
  <p:sldSz cx="9144000" cy="5143500" type="screen16x9"/>
  <p:notesSz cx="6858000" cy="9144000"/>
  <p:defaultTextStyle>
    <a:defPPr>
      <a:defRPr lang="en-US"/>
    </a:defPPr>
    <a:lvl1pPr marL="0" algn="l" defTabSz="713232" rtl="0" eaLnBrk="1" latinLnBrk="0" hangingPunct="1">
      <a:defRPr sz="1404" kern="1200">
        <a:solidFill>
          <a:schemeClr val="tx1"/>
        </a:solidFill>
        <a:latin typeface="+mn-lt"/>
        <a:ea typeface="+mn-ea"/>
        <a:cs typeface="+mn-cs"/>
      </a:defRPr>
    </a:lvl1pPr>
    <a:lvl2pPr marL="356616" algn="l" defTabSz="713232" rtl="0" eaLnBrk="1" latinLnBrk="0" hangingPunct="1">
      <a:defRPr sz="1404" kern="1200">
        <a:solidFill>
          <a:schemeClr val="tx1"/>
        </a:solidFill>
        <a:latin typeface="+mn-lt"/>
        <a:ea typeface="+mn-ea"/>
        <a:cs typeface="+mn-cs"/>
      </a:defRPr>
    </a:lvl2pPr>
    <a:lvl3pPr marL="713232" algn="l" defTabSz="713232" rtl="0" eaLnBrk="1" latinLnBrk="0" hangingPunct="1">
      <a:defRPr sz="1404" kern="1200">
        <a:solidFill>
          <a:schemeClr val="tx1"/>
        </a:solidFill>
        <a:latin typeface="+mn-lt"/>
        <a:ea typeface="+mn-ea"/>
        <a:cs typeface="+mn-cs"/>
      </a:defRPr>
    </a:lvl3pPr>
    <a:lvl4pPr marL="1069848" algn="l" defTabSz="713232" rtl="0" eaLnBrk="1" latinLnBrk="0" hangingPunct="1">
      <a:defRPr sz="1404" kern="1200">
        <a:solidFill>
          <a:schemeClr val="tx1"/>
        </a:solidFill>
        <a:latin typeface="+mn-lt"/>
        <a:ea typeface="+mn-ea"/>
        <a:cs typeface="+mn-cs"/>
      </a:defRPr>
    </a:lvl4pPr>
    <a:lvl5pPr marL="1426464" algn="l" defTabSz="713232" rtl="0" eaLnBrk="1" latinLnBrk="0" hangingPunct="1">
      <a:defRPr sz="1404" kern="1200">
        <a:solidFill>
          <a:schemeClr val="tx1"/>
        </a:solidFill>
        <a:latin typeface="+mn-lt"/>
        <a:ea typeface="+mn-ea"/>
        <a:cs typeface="+mn-cs"/>
      </a:defRPr>
    </a:lvl5pPr>
    <a:lvl6pPr marL="1783080" algn="l" defTabSz="713232" rtl="0" eaLnBrk="1" latinLnBrk="0" hangingPunct="1">
      <a:defRPr sz="1404" kern="1200">
        <a:solidFill>
          <a:schemeClr val="tx1"/>
        </a:solidFill>
        <a:latin typeface="+mn-lt"/>
        <a:ea typeface="+mn-ea"/>
        <a:cs typeface="+mn-cs"/>
      </a:defRPr>
    </a:lvl6pPr>
    <a:lvl7pPr marL="2139696" algn="l" defTabSz="713232" rtl="0" eaLnBrk="1" latinLnBrk="0" hangingPunct="1">
      <a:defRPr sz="1404" kern="1200">
        <a:solidFill>
          <a:schemeClr val="tx1"/>
        </a:solidFill>
        <a:latin typeface="+mn-lt"/>
        <a:ea typeface="+mn-ea"/>
        <a:cs typeface="+mn-cs"/>
      </a:defRPr>
    </a:lvl7pPr>
    <a:lvl8pPr marL="2496312" algn="l" defTabSz="713232" rtl="0" eaLnBrk="1" latinLnBrk="0" hangingPunct="1">
      <a:defRPr sz="1404" kern="1200">
        <a:solidFill>
          <a:schemeClr val="tx1"/>
        </a:solidFill>
        <a:latin typeface="+mn-lt"/>
        <a:ea typeface="+mn-ea"/>
        <a:cs typeface="+mn-cs"/>
      </a:defRPr>
    </a:lvl8pPr>
    <a:lvl9pPr marL="2852928" algn="l" defTabSz="713232" rtl="0" eaLnBrk="1" latinLnBrk="0" hangingPunct="1">
      <a:defRPr sz="1404" kern="1200">
        <a:solidFill>
          <a:schemeClr val="tx1"/>
        </a:solidFill>
        <a:latin typeface="+mn-lt"/>
        <a:ea typeface="+mn-ea"/>
        <a:cs typeface="+mn-cs"/>
      </a:defRPr>
    </a:lvl9pPr>
  </p:defaultTextStyle>
  <p:extLst>
    <p:ext uri="{EFAFB233-063F-42B5-8137-9DF3F51BA10A}">
      <p15:sldGuideLst xmlns:p15="http://schemas.microsoft.com/office/powerpoint/2012/main">
        <p15:guide id="3" pos="294" userDrawn="1">
          <p15:clr>
            <a:srgbClr val="A4A3A4"/>
          </p15:clr>
        </p15:guide>
        <p15:guide id="4" orient="horz" pos="162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65" autoAdjust="0"/>
    <p:restoredTop sz="94712" autoAdjust="0"/>
  </p:normalViewPr>
  <p:slideViewPr>
    <p:cSldViewPr snapToGrid="0">
      <p:cViewPr varScale="1">
        <p:scale>
          <a:sx n="140" d="100"/>
          <a:sy n="140" d="100"/>
        </p:scale>
        <p:origin x="696" y="102"/>
      </p:cViewPr>
      <p:guideLst>
        <p:guide pos="294"/>
        <p:guide orient="horz" pos="1620"/>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81" d="100"/>
          <a:sy n="81" d="100"/>
        </p:scale>
        <p:origin x="3336" y="10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0.xml"/><Relationship Id="rId3" Type="http://schemas.openxmlformats.org/officeDocument/2006/relationships/slide" Target="slides/slide9.xml"/><Relationship Id="rId4" Type="http://schemas.openxmlformats.org/officeDocument/2006/relationships/slide" Target="slides/slide8.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microsoft.com/office/2016/11/relationships/changesInfo" Target="changesInfos/changesInfo1.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est Homann" userId="e7a6558bf2a09ce7" providerId="LiveId" clId="{22C8940F-5B34-43DC-9005-A79948EA2237}"/>
    <pc:docChg chg="mod">
      <pc:chgData name="Joest Homann" userId="e7a6558bf2a09ce7" providerId="LiveId" clId="{22C8940F-5B34-43DC-9005-A79948EA2237}" dt="2026-09-08T16:48:42.698" v="0"/>
      <pc:docMkLst>
        <pc:docMk/>
      </pc:docMkLst>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468313" y="243069"/>
            <a:ext cx="5903912" cy="458788"/>
          </a:xfrm>
          <a:prstGeom prst="rect">
            <a:avLst/>
          </a:prstGeom>
        </p:spPr>
        <p:txBody>
          <a:bodyPr vert="horz" lIns="0" tIns="0" rIns="0" bIns="0" rtlCol="0"/>
          <a:lstStyle>
            <a:lvl1pPr algn="l">
              <a:defRPr sz="1200"/>
            </a:lvl1pPr>
          </a:lstStyle>
          <a:p>
            <a:r>
              <a:rPr lang="en-US" b="1"/>
              <a:t>Titel der Präsentation</a:t>
            </a:r>
          </a:p>
        </p:txBody>
      </p:sp>
      <p:sp>
        <p:nvSpPr>
          <p:cNvPr id="3" name="Datumsplatzhalter 2"/>
          <p:cNvSpPr>
            <a:spLocks noGrp="1"/>
          </p:cNvSpPr>
          <p:nvPr>
            <p:ph type="dt" sz="quarter" idx="1"/>
          </p:nvPr>
        </p:nvSpPr>
        <p:spPr>
          <a:xfrm>
            <a:off x="5483506" y="8777812"/>
            <a:ext cx="648000" cy="144000"/>
          </a:xfrm>
          <a:prstGeom prst="rect">
            <a:avLst/>
          </a:prstGeom>
        </p:spPr>
        <p:txBody>
          <a:bodyPr vert="horz" lIns="0" tIns="0" rIns="0" bIns="0" rtlCol="0" anchor="t"/>
          <a:lstStyle>
            <a:lvl1pPr algn="r">
              <a:defRPr sz="1200"/>
            </a:lvl1pPr>
          </a:lstStyle>
          <a:p>
            <a:pPr algn="l"/>
            <a:fld id="{5ED5F780-471C-4CCE-BB88-8634FF48E50C}" type="datetime1">
              <a:rPr lang="de-DE" sz="800" smtClean="0"/>
              <a:t>08.09.2026</a:t>
            </a:fld>
            <a:endParaRPr lang="en-US" sz="800"/>
          </a:p>
        </p:txBody>
      </p:sp>
      <p:sp>
        <p:nvSpPr>
          <p:cNvPr id="4" name="Fußzeilenplatzhalter 3"/>
          <p:cNvSpPr>
            <a:spLocks noGrp="1"/>
          </p:cNvSpPr>
          <p:nvPr>
            <p:ph type="ftr" sz="quarter" idx="2"/>
          </p:nvPr>
        </p:nvSpPr>
        <p:spPr>
          <a:xfrm>
            <a:off x="468313" y="8777813"/>
            <a:ext cx="4500000" cy="144000"/>
          </a:xfrm>
          <a:prstGeom prst="rect">
            <a:avLst/>
          </a:prstGeom>
        </p:spPr>
        <p:txBody>
          <a:bodyPr vert="horz" lIns="0" tIns="0" rIns="0" bIns="0" rtlCol="0" anchor="t"/>
          <a:lstStyle>
            <a:lvl1pPr algn="l">
              <a:defRPr sz="1200"/>
            </a:lvl1pPr>
          </a:lstStyle>
          <a:p>
            <a:r>
              <a:rPr lang="en-US" sz="800"/>
              <a:t>Universität Stuttgart</a:t>
            </a:r>
          </a:p>
        </p:txBody>
      </p:sp>
      <p:sp>
        <p:nvSpPr>
          <p:cNvPr id="5" name="Foliennummernplatzhalter 4"/>
          <p:cNvSpPr>
            <a:spLocks noGrp="1"/>
          </p:cNvSpPr>
          <p:nvPr>
            <p:ph type="sldNum" sz="quarter" idx="3"/>
          </p:nvPr>
        </p:nvSpPr>
        <p:spPr>
          <a:xfrm>
            <a:off x="6270195" y="8777813"/>
            <a:ext cx="360000" cy="144000"/>
          </a:xfrm>
          <a:prstGeom prst="rect">
            <a:avLst/>
          </a:prstGeom>
        </p:spPr>
        <p:txBody>
          <a:bodyPr vert="horz" lIns="0" tIns="0" rIns="0" bIns="0" rtlCol="0" anchor="t"/>
          <a:lstStyle>
            <a:lvl1pPr algn="r">
              <a:defRPr sz="1200"/>
            </a:lvl1pPr>
          </a:lstStyle>
          <a:p>
            <a:pPr algn="l"/>
            <a:fld id="{EE9A79A6-2547-4C8F-B0ED-316280A1A122}" type="slidenum">
              <a:rPr lang="en-US" sz="800" smtClean="0"/>
              <a:pPr algn="l"/>
              <a:t>‹Nr.›</a:t>
            </a:fld>
            <a:endParaRPr lang="en-US" sz="800"/>
          </a:p>
        </p:txBody>
      </p:sp>
    </p:spTree>
    <p:extLst>
      <p:ext uri="{BB962C8B-B14F-4D97-AF65-F5344CB8AC3E}">
        <p14:creationId xmlns:p14="http://schemas.microsoft.com/office/powerpoint/2010/main" val="2561533372"/>
      </p:ext>
    </p:extLst>
  </p:cSld>
  <p:clrMap bg1="lt1" tx1="dk1" bg2="lt2" tx2="dk2" accent1="accent1" accent2="accent2" accent3="accent3" accent4="accent4" accent5="accent5" accent6="accent6" hlink="hlink" folHlink="folHlink"/>
  <p:hf/>
  <p:extLst>
    <p:ext uri="{56416CCD-93CA-4268-BC5B-53C4BB910035}">
      <p15:sldGuideLst xmlns:p15="http://schemas.microsoft.com/office/powerpoint/2012/main">
        <p15:guide id="1" orient="horz" pos="2880" userDrawn="1">
          <p15:clr>
            <a:srgbClr val="F26B43"/>
          </p15:clr>
        </p15:guide>
        <p15:guide id="2" pos="295" userDrawn="1">
          <p15:clr>
            <a:srgbClr val="F26B43"/>
          </p15:clr>
        </p15:guide>
        <p15:guide id="3" pos="4014"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347680" y="256832"/>
            <a:ext cx="6113274" cy="475050"/>
          </a:xfrm>
          <a:prstGeom prst="rect">
            <a:avLst/>
          </a:prstGeom>
        </p:spPr>
        <p:txBody>
          <a:bodyPr vert="horz" lIns="0" tIns="0" rIns="0" bIns="0" rtlCol="0"/>
          <a:lstStyle>
            <a:lvl1pPr algn="l">
              <a:defRPr sz="1200" b="1"/>
            </a:lvl1pPr>
          </a:lstStyle>
          <a:p>
            <a:r>
              <a:rPr lang="en-US"/>
              <a:t>Titel der Präsentation</a:t>
            </a:r>
          </a:p>
        </p:txBody>
      </p:sp>
      <p:sp>
        <p:nvSpPr>
          <p:cNvPr id="3" name="Datumsplatzhalter 2"/>
          <p:cNvSpPr>
            <a:spLocks noGrp="1"/>
          </p:cNvSpPr>
          <p:nvPr>
            <p:ph type="dt" idx="1"/>
          </p:nvPr>
        </p:nvSpPr>
        <p:spPr>
          <a:xfrm>
            <a:off x="5295600" y="8776800"/>
            <a:ext cx="648000" cy="144000"/>
          </a:xfrm>
          <a:prstGeom prst="rect">
            <a:avLst/>
          </a:prstGeom>
        </p:spPr>
        <p:txBody>
          <a:bodyPr vert="horz" lIns="0" tIns="0" rIns="0" bIns="0" rtlCol="0" anchor="t"/>
          <a:lstStyle>
            <a:lvl1pPr algn="l">
              <a:defRPr sz="800"/>
            </a:lvl1pPr>
          </a:lstStyle>
          <a:p>
            <a:fld id="{C284191B-A352-458B-81F0-1FA2149F7941}" type="datetime1">
              <a:rPr lang="de-DE" smtClean="0"/>
              <a:t>08.09.2026</a:t>
            </a:fld>
            <a:endParaRPr lang="en-US"/>
          </a:p>
        </p:txBody>
      </p:sp>
      <p:sp>
        <p:nvSpPr>
          <p:cNvPr id="4" name="Folienbildplatzhalter 3"/>
          <p:cNvSpPr>
            <a:spLocks noGrp="1" noRot="1" noChangeAspect="1"/>
          </p:cNvSpPr>
          <p:nvPr>
            <p:ph type="sldImg" idx="2"/>
          </p:nvPr>
        </p:nvSpPr>
        <p:spPr>
          <a:xfrm>
            <a:off x="6350" y="1020763"/>
            <a:ext cx="6792913" cy="3821112"/>
          </a:xfrm>
          <a:prstGeom prst="rect">
            <a:avLst/>
          </a:prstGeom>
          <a:noFill/>
          <a:ln w="6350">
            <a:solidFill>
              <a:schemeClr val="tx1"/>
            </a:solidFill>
          </a:ln>
        </p:spPr>
        <p:txBody>
          <a:bodyPr vert="horz" lIns="91440" tIns="45720" rIns="91440" bIns="45720" rtlCol="0" anchor="ctr"/>
          <a:lstStyle/>
          <a:p>
            <a:endParaRPr lang="en-US"/>
          </a:p>
        </p:txBody>
      </p:sp>
      <p:sp>
        <p:nvSpPr>
          <p:cNvPr id="5" name="Notizenplatzhalter 4"/>
          <p:cNvSpPr>
            <a:spLocks noGrp="1"/>
          </p:cNvSpPr>
          <p:nvPr>
            <p:ph type="body" sz="quarter" idx="3"/>
          </p:nvPr>
        </p:nvSpPr>
        <p:spPr>
          <a:xfrm>
            <a:off x="347992" y="5016760"/>
            <a:ext cx="6112961" cy="3645977"/>
          </a:xfrm>
          <a:prstGeom prst="rect">
            <a:avLst/>
          </a:prstGeom>
        </p:spPr>
        <p:txBody>
          <a:bodyPr vert="horz" lIns="0" tIns="0" rIns="0" bIns="0"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6" name="Fußzeilenplatzhalter 5"/>
          <p:cNvSpPr>
            <a:spLocks noGrp="1"/>
          </p:cNvSpPr>
          <p:nvPr>
            <p:ph type="ftr" sz="quarter" idx="4"/>
          </p:nvPr>
        </p:nvSpPr>
        <p:spPr>
          <a:xfrm>
            <a:off x="323850" y="8776800"/>
            <a:ext cx="4644150" cy="144000"/>
          </a:xfrm>
          <a:prstGeom prst="rect">
            <a:avLst/>
          </a:prstGeom>
        </p:spPr>
        <p:txBody>
          <a:bodyPr vert="horz" lIns="0" tIns="0" rIns="0" bIns="0" rtlCol="0" anchor="t"/>
          <a:lstStyle>
            <a:lvl1pPr algn="l">
              <a:defRPr sz="800"/>
            </a:lvl1pPr>
          </a:lstStyle>
          <a:p>
            <a:r>
              <a:rPr lang="en-US"/>
              <a:t>Universität Stuttgart</a:t>
            </a:r>
            <a:endParaRPr lang="en-US" dirty="0"/>
          </a:p>
        </p:txBody>
      </p:sp>
      <p:sp>
        <p:nvSpPr>
          <p:cNvPr id="7" name="Foliennummernplatzhalter 6"/>
          <p:cNvSpPr>
            <a:spLocks noGrp="1"/>
          </p:cNvSpPr>
          <p:nvPr>
            <p:ph type="sldNum" sz="quarter" idx="5"/>
          </p:nvPr>
        </p:nvSpPr>
        <p:spPr>
          <a:xfrm>
            <a:off x="6120175" y="8776800"/>
            <a:ext cx="360000" cy="144000"/>
          </a:xfrm>
          <a:prstGeom prst="rect">
            <a:avLst/>
          </a:prstGeom>
        </p:spPr>
        <p:txBody>
          <a:bodyPr vert="horz" lIns="0" tIns="0" rIns="0" bIns="0" rtlCol="0" anchor="t"/>
          <a:lstStyle>
            <a:lvl1pPr algn="r">
              <a:defRPr sz="800"/>
            </a:lvl1pPr>
          </a:lstStyle>
          <a:p>
            <a:fld id="{05DD1DF0-DD4E-4B0C-B0FD-D16D9D2A9750}" type="slidenum">
              <a:rPr lang="en-US" smtClean="0"/>
              <a:pPr/>
              <a:t>‹Nr.›</a:t>
            </a:fld>
            <a:endParaRPr lang="en-US" dirty="0"/>
          </a:p>
        </p:txBody>
      </p:sp>
    </p:spTree>
    <p:extLst>
      <p:ext uri="{BB962C8B-B14F-4D97-AF65-F5344CB8AC3E}">
        <p14:creationId xmlns:p14="http://schemas.microsoft.com/office/powerpoint/2010/main" val="3888985705"/>
      </p:ext>
    </p:extLst>
  </p:cSld>
  <p:clrMap bg1="lt1" tx1="dk1" bg2="lt2" tx2="dk2" accent1="accent1" accent2="accent2" accent3="accent3" accent4="accent4" accent5="accent5" accent6="accent6" hlink="hlink" folHlink="folHlink"/>
  <p:hf/>
  <p:notesStyle>
    <a:lvl1pPr marL="180975" indent="-180975" algn="l" defTabSz="713232" rtl="0" eaLnBrk="1" latinLnBrk="0" hangingPunct="1">
      <a:lnSpc>
        <a:spcPct val="120000"/>
      </a:lnSpc>
      <a:buClr>
        <a:schemeClr val="accent1"/>
      </a:buClr>
      <a:buFont typeface="Arial" panose="020B0604020202020204" pitchFamily="34" charset="0"/>
      <a:buChar char="•"/>
      <a:defRPr sz="1000" kern="1200">
        <a:solidFill>
          <a:schemeClr val="tx1"/>
        </a:solidFill>
        <a:latin typeface="+mn-lt"/>
        <a:ea typeface="+mn-ea"/>
        <a:cs typeface="+mn-cs"/>
      </a:defRPr>
    </a:lvl1pPr>
    <a:lvl2pPr marL="358775" indent="-177800" algn="l" defTabSz="713232" rtl="0" eaLnBrk="1" latinLnBrk="0" hangingPunct="1">
      <a:lnSpc>
        <a:spcPct val="120000"/>
      </a:lnSpc>
      <a:buFont typeface="Arial" panose="020B0604020202020204" pitchFamily="34" charset="0"/>
      <a:buChar char="•"/>
      <a:defRPr sz="1000" kern="1200">
        <a:solidFill>
          <a:schemeClr val="tx1"/>
        </a:solidFill>
        <a:latin typeface="+mn-lt"/>
        <a:ea typeface="+mn-ea"/>
        <a:cs typeface="+mn-cs"/>
      </a:defRPr>
    </a:lvl2pPr>
    <a:lvl3pPr marL="538163" indent="-179388" algn="l" defTabSz="713232" rtl="0" eaLnBrk="1" latinLnBrk="0" hangingPunct="1">
      <a:lnSpc>
        <a:spcPct val="120000"/>
      </a:lnSpc>
      <a:buFont typeface="Arial" panose="020B0604020202020204" pitchFamily="34" charset="0"/>
      <a:buChar char="•"/>
      <a:defRPr sz="1000" kern="1200">
        <a:solidFill>
          <a:schemeClr val="tx1"/>
        </a:solidFill>
        <a:latin typeface="+mn-lt"/>
        <a:ea typeface="+mn-ea"/>
        <a:cs typeface="+mn-cs"/>
      </a:defRPr>
    </a:lvl3pPr>
    <a:lvl4pPr marL="719138" indent="-180975" algn="l" defTabSz="713232" rtl="0" eaLnBrk="1" latinLnBrk="0" hangingPunct="1">
      <a:lnSpc>
        <a:spcPct val="120000"/>
      </a:lnSpc>
      <a:buFont typeface="Arial" panose="020B0604020202020204" pitchFamily="34" charset="0"/>
      <a:buChar char="•"/>
      <a:defRPr sz="1000" kern="1200">
        <a:solidFill>
          <a:schemeClr val="tx1"/>
        </a:solidFill>
        <a:latin typeface="+mn-lt"/>
        <a:ea typeface="+mn-ea"/>
        <a:cs typeface="+mn-cs"/>
      </a:defRPr>
    </a:lvl4pPr>
    <a:lvl5pPr marL="896938" indent="-177800" algn="l" defTabSz="713232" rtl="0" eaLnBrk="1" latinLnBrk="0" hangingPunct="1">
      <a:lnSpc>
        <a:spcPct val="120000"/>
      </a:lnSpc>
      <a:buFont typeface="Arial" panose="020B0604020202020204" pitchFamily="34" charset="0"/>
      <a:buChar char="•"/>
      <a:defRPr sz="1000" kern="1200">
        <a:solidFill>
          <a:schemeClr val="tx1"/>
        </a:solidFill>
        <a:latin typeface="+mn-lt"/>
        <a:ea typeface="+mn-ea"/>
        <a:cs typeface="+mn-cs"/>
      </a:defRPr>
    </a:lvl5pPr>
    <a:lvl6pPr marL="1783080" algn="l" defTabSz="713232" rtl="0" eaLnBrk="1" latinLnBrk="0" hangingPunct="1">
      <a:defRPr sz="936" kern="1200">
        <a:solidFill>
          <a:schemeClr val="tx1"/>
        </a:solidFill>
        <a:latin typeface="+mn-lt"/>
        <a:ea typeface="+mn-ea"/>
        <a:cs typeface="+mn-cs"/>
      </a:defRPr>
    </a:lvl6pPr>
    <a:lvl7pPr marL="2139696" algn="l" defTabSz="713232" rtl="0" eaLnBrk="1" latinLnBrk="0" hangingPunct="1">
      <a:defRPr sz="936" kern="1200">
        <a:solidFill>
          <a:schemeClr val="tx1"/>
        </a:solidFill>
        <a:latin typeface="+mn-lt"/>
        <a:ea typeface="+mn-ea"/>
        <a:cs typeface="+mn-cs"/>
      </a:defRPr>
    </a:lvl7pPr>
    <a:lvl8pPr marL="2496312" algn="l" defTabSz="713232" rtl="0" eaLnBrk="1" latinLnBrk="0" hangingPunct="1">
      <a:defRPr sz="936" kern="1200">
        <a:solidFill>
          <a:schemeClr val="tx1"/>
        </a:solidFill>
        <a:latin typeface="+mn-lt"/>
        <a:ea typeface="+mn-ea"/>
        <a:cs typeface="+mn-cs"/>
      </a:defRPr>
    </a:lvl8pPr>
    <a:lvl9pPr marL="2852928" algn="l" defTabSz="713232" rtl="0" eaLnBrk="1" latinLnBrk="0" hangingPunct="1">
      <a:defRPr sz="936"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04" userDrawn="1">
          <p15:clr>
            <a:srgbClr val="F26B43"/>
          </p15:clr>
        </p15:guide>
        <p15:guide id="3" pos="4082" userDrawn="1">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fleet of inspection UAVs records twenty-eight anonymous telemetry channels once per flight cycle. We are given a UAV we have never seen, observed up to some cutoff, and asked how many cycles it has left.</a:t>
            </a:r>
          </a:p>
          <a:p/>
          <a:p>
            <a:r>
              <a:t>This is a real training UAV: two hundred and twenty-nine cycles before failure. Cut it at cycle one hundred and forty-eight, the median observed test length, and everything right of the line is unknown. Those eighty-one cycles are the quantity to predict.</a:t>
            </a:r>
          </a:p>
          <a:p/>
          <a:p>
            <a:r>
              <a:t>Our best submitted model scores zero point eight seven six five two on the public leaderboard. The rest of this talk is the answer to one question: which decisions produced that number.</a:t>
            </a:r>
          </a:p>
          <a:p/>
          <a:p>
            <a:r>
              <a:t>----- speaker reference, not spoken -----</a:t>
            </a:r>
          </a:p>
          <a:p>
            <a:r>
              <a:t>Planned duration: 0.75 min</a:t>
            </a:r>
          </a:p>
          <a:p>
            <a:r>
              <a:t>Figure: generated for this talk from data/train.csv · claims C01-C04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whole answer on one axis, and then we will walk it.</a:t>
            </a:r>
          </a:p>
          <a:p/>
          <a:p>
            <a:r>
              <a:t>Run three was a tuned XGBoost on the raw remaining-life target under our original validation scenarios. Zero point five four. Run four changed the validation scenarios and capped the fitting target at a hundred and twenty-five, and jumped to zero point eight four five. Run five brought the drift-pruned feature set and a calibrated fifty-fifty tree blend: zero point eight six five. Run six added conditional conservative calibration: zero point eight six seven. Run seven added a cross-fitted residual correction on six seeded tree members: zero point eight seven six five.</a:t>
            </a:r>
          </a:p>
          <a:p/>
          <a:p>
            <a:r>
              <a:t>Two honest qualifications. Each point is a submission, not an isolated ablation, so a run can carry more than one change; the development experiment that motivated each one is named under it. And the deltas shrink by two orders of magnitude across the chain. One decision is worth three tenths of R squared. Everything after it is worth about three hundredths in total.</a:t>
            </a:r>
          </a:p>
          <a:p/>
          <a:p>
            <a:r>
              <a:t>----- speaker reference, not spoken -----</a:t>
            </a:r>
          </a:p>
          <a:p>
            <a:r>
              <a:t>Planned duration: 1.25 min</a:t>
            </a:r>
          </a:p>
          <a:p>
            <a:r>
              <a:t>Figure: generated from kaggle_scores.csv and pipeline_experiments.md · claims C05-C12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channels are anonymous, so we can only ask how they behave.</a:t>
            </a:r>
          </a:p>
          <a:p/>
          <a:p>
            <a:r>
              <a:t>The two right-hand panels are the ones that decided things. Channel twenty-one and channel nineteen have a strong median within-UAV correlation with remaining life and move in the same direction in one hundred per cent of UAVs. Channel twenty-five and channel sixteen do the same in the opposite direction. Those are the degradation candidates.</a:t>
            </a:r>
          </a:p>
          <a:p/>
          <a:p>
            <a:r>
              <a:t>Channel eighteen is the interesting counter-example. It has a clear pooled and age-controlled association, and almost no within-UAV relationship: ninety-six per cent of its variance sits between UAVs. That is operating context, not degradation, so we use it as a baseline rather than as a trend. Channel twenty is flat everywhere; six such channels were removed, leaving twenty-two.</a:t>
            </a:r>
          </a:p>
          <a:p/>
          <a:p>
            <a:r>
              <a:t>The decision from this phase was a taxonomy, not a model: ten degradation candidates, four context channels, one state channel, six removals.</a:t>
            </a:r>
          </a:p>
          <a:p/>
          <a:p>
            <a:r>
              <a:t>----- speaker reference, not spoken -----</a:t>
            </a:r>
          </a:p>
          <a:p>
            <a:r>
              <a:t>Planned duration: 1.25 min</a:t>
            </a:r>
          </a:p>
          <a:p>
            <a:r>
              <a:t>Figure: repository Phase 0 script re-run for the eight channels shown · claims C13-C19</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why the later numbers mean anything, so it is worth two minutes.</a:t>
            </a:r>
          </a:p>
          <a:p/>
          <a:p>
            <a:r>
              <a:t>We have twenty-four thousand seven hundred and twenty cycle rows, but only one hundred independent machines. Splitting rows at random would put cycles from the same UAV on both sides and answer the wrong question. So every fold is a whole-UAV fold: five outer folds of twenty UAVs, and inside each outer-training partition four inner folds that do all feature, model and hyperparameter selection. An automated check re-verifies this, including recomputing prefix features after corrupting post-cutoff telemetry.</a:t>
            </a:r>
          </a:p>
          <a:p/>
          <a:p>
            <a:r>
              <a:t>The figure decided the cutoffs. Test histories are systematically shorter than complete training lifetimes: the empirical CDF shows forty-seven of a hundred test UAVs stopping before cycle one hundred and forty-five, which is the shortest complete training life we have. So we never validate on complete run-to-failure histories. We sample cutoffs from the observed test length distribution, twenty per training UAV, and build every feature from cycles at or before the cutoff.</a:t>
            </a:r>
          </a:p>
          <a:p/>
          <a:p>
            <a:r>
              <a:t>Two more rules follow. Each UAV carries a total training weight of one, so a five-hundred-cycle UAV does not outvote a hundred-and-fifty-cycle one. And uncertainty resamples whole UAVs: extra prefixes and extra seeds do not create extra independent machines.</a:t>
            </a:r>
          </a:p>
          <a:p/>
          <a:p>
            <a:r>
              <a:t>----- speaker reference, not spoken -----</a:t>
            </a:r>
          </a:p>
          <a:p>
            <a:r>
              <a:t>Planned duration: 2.00 min</a:t>
            </a:r>
          </a:p>
          <a:p>
            <a:r>
              <a:t>Figure: empirical-CDF panel of the repository Phase 0 history-length figure · claims C20-C27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one decision is worth more than everything after it combined, so it deserves the most scrutiny.</a:t>
            </a:r>
          </a:p>
          <a:p/>
          <a:p>
            <a:r>
              <a:t>Offline scores and the leaderboard disagreed, and the hypothesis was that we were asking for exact remaining life very early in a UAV's life, where it is barely identifiable. We tested it as a two-by-two: validation scenario profile crossed with fitting target, everything else fixed. Each bar is the paired fold improvement over the unchanged control, for both model families.</a:t>
            </a:r>
          </a:p>
          <a:p/>
          <a:p>
            <a:r>
              <a:t>Capping alone, under the original scenarios, made things clearly worse: about five cycles of RMSE lost. Bounded scenarios with a raw target gained about six. Bounded scenarios plus the cap gained about eighteen to twenty cycles, and both model families agree.</a:t>
            </a:r>
          </a:p>
          <a:p/>
          <a:p>
            <a:r>
              <a:t>Now the caveat that this slide exists to carry. The two right-hand cells restrict true validation remaining life to one through one hundred and twenty-five. That is not the same evaluation: it changes the difficulty and it changes the denominator of R squared. So the development gain is not a clean measurement of model quality.</a:t>
            </a:r>
          </a:p>
          <a:p/>
          <a:p>
            <a:r>
              <a:t>What we can say is narrower and is what the leaderboard confirmed. We froze the joint policy, bounded scenarios together with the cap, not capping in isolation; and the public score moved from zero point five four to zero point eight five. Every number after this slide uses that policy, with metrics still computed against raw labels.</a:t>
            </a:r>
          </a:p>
          <a:p/>
          <a:p>
            <a:r>
              <a:t>----- speaker reference, not spoken -----</a:t>
            </a:r>
          </a:p>
          <a:p>
            <a:r>
              <a:t>Planned duration: 2.00 min</a:t>
            </a:r>
          </a:p>
          <a:p>
            <a:r>
              <a:t>Figure: lower panel of the generated PE_2 paired comparison · claims C28-C35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channel becomes twenty-seven numbers: the latest value, a baseline from the first ten cycles, the deviation between them, the slope over the whole prefix, and level, spread and slope over the last five, twenty and fifty cycles. All computed from cycles at or before the cutoff.</a:t>
            </a:r>
          </a:p>
          <a:p/>
          <a:p>
            <a:r>
              <a:t>The question was whether those summaries actually add anything. The control here is cycle age plus the latest value of every nonconstant channel. Each treatment adds one degradation-signal family, with folds, models and search budget fixed.</a:t>
            </a:r>
          </a:p>
          <a:p/>
          <a:p>
            <a:r>
              <a:t>The inverse pair fifteen and twenty-three is the strongest single family, worth about six cycles of RMSE and about zero point one two R squared to both models. All four families together are worth about ten cycles and zero point one seven, improving in five folds out of five for both families. The discrete state channel, oh seven, is the one treatment that did not survive.</a:t>
            </a:r>
          </a:p>
          <a:p/>
          <a:p>
            <a:r>
              <a:t>This is what the Run 5 feature set was built from. Three further representation experiments were rejected on the same folds: compressed health indices, denser training prefixes and per-UAV normalisation. Those are in the backup.</a:t>
            </a:r>
          </a:p>
          <a:p/>
          <a:p>
            <a:r>
              <a:t>----- speaker reference, not spoken -----</a:t>
            </a:r>
          </a:p>
          <a:p>
            <a:r>
              <a:t>Planned duration: 1.50 min</a:t>
            </a:r>
          </a:p>
          <a:p>
            <a:r>
              <a:t>Figure: lower panel of the generated PE_2 paired comparison · claims C36-C42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did not assume trees. Sixteen model families were declared, and the sequence models got the same folds, the same UAV weighting and their own tuning budget.</a:t>
            </a:r>
          </a:p>
          <a:p/>
          <a:p>
            <a:r>
              <a:t>This is the locked comparison on the original task. XGBoost at zero point eight zero four, Random Forest at zero point seven eight, Extra Trees at zero point seven six. Then a wide gap: trajectory retrieval at zero point five one, sensor-graph TCN at zero point four three, multi-scale CNN at zero point three six. The mean baseline is negative because it predicts a constant, and the TCN at minus two point four was unstable across seeds rather than merely weak.</a:t>
            </a:r>
          </a:p>
          <a:p/>
          <a:p>
            <a:r>
              <a:t>We ran the fairest rematch we could later, under the current protocol, where hybrid models get the raw telemetry window and all two hundred and ninety-eight engineered features as well. The tree blend was at eleven point five one cycles, hybrid GRU at fourteen point six, hybrid CNN at seventeen point seven, and neither hybrid won a single fold out of five. A separate dedicated temporal study reached mean R squared zero point six five with an LSTM.</a:t>
            </a:r>
          </a:p>
          <a:p/>
          <a:p>
            <a:r>
              <a:t>Read that narrowly. It says the architectures, representations and budgets we tested here did not beat engineered-feature trees on one hundred UAVs. It does not say deep learning cannot do this task.</a:t>
            </a:r>
          </a:p>
          <a:p/>
          <a:p>
            <a:r>
              <a:t>----- speaker reference, not spoken -----</a:t>
            </a:r>
          </a:p>
          <a:p>
            <a:r>
              <a:t>Planned duration: 2.00 min</a:t>
            </a:r>
          </a:p>
          <a:p>
            <a:r>
              <a:t>Figure: repository architecture study run 5 comparison, unchanged · claims C43-C53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last decision in the chain and the one that produced zero point eight seven six five two.</a:t>
            </a:r>
          </a:p>
          <a:p/>
          <a:p>
            <a:r>
              <a:t>Three XGBoost models and three ExtraTrees models, seeds thirteen, thirty-seven and seventy-three. Each family is averaged, and the weight between the families is chosen on the training side only. That gives a base prediction. A deliberately small second model then predicts the residual of that base prediction from the base prediction itself, the observed history length, the spread and range across the six members, the disagreement between the two families, and eight sensor features. Seven leaves, one hundred iterations. The correction is subtracted and the estimate is clipped at zero.</a:t>
            </a:r>
          </a:p>
          <a:p/>
          <a:p>
            <a:r>
              <a:t>The calibration step is where a stack like this normally leaks. The out-of-fold predictions used to fit the correction come from models that excluded the corresponding UAV, and calibration endpoints are filtered to training UAVs. The true future remaining life is never an input.</a:t>
            </a:r>
          </a:p>
          <a:p/>
          <a:p>
            <a:r>
              <a:t>The chart is why we attribute the gain to the correction rather than to bagging. Averaging the six members, taking their median, or trimming them all land near twelve cycles, worse than the frozen control at eleven point five one. The residual correction reached eleven point zero two, four point two per cent better, winning all five folds. On the leaderboard that became plus zero point zero zero nine one one.</a:t>
            </a:r>
          </a:p>
          <a:p/>
          <a:p>
            <a:r>
              <a:t>----- speaker reference, not spoken -----</a:t>
            </a:r>
          </a:p>
          <a:p>
            <a:r>
              <a:t>Planned duration: 2.00 min</a:t>
            </a:r>
          </a:p>
          <a:p>
            <a:r>
              <a:t>Figure: repository PE_11 comparison, unchanged · claims C54-C60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Predicting more life than a UAV has is a different kind of error from predicting less. We tested whether that asymmetry can be reduced without paying for it.</a:t>
            </a:r>
          </a:p>
          <a:p/>
          <a:p>
            <a:r>
              <a:t>The correction is a function of predicted remaining life, fitted on four folds and applied to the fifth, and it can only lower a prediction. The control is top right: R squared zero point eight nine four, root-mean-square overprediction seven point two five cycles. Moving left buys safety and sells accuracy, monotonically. We selected quantile zero point five five, the safest policy still within zero point zero zero five R squared of the best.</a:t>
            </a:r>
          </a:p>
          <a:p/>
          <a:p>
            <a:r>
              <a:t>On the leaderboard this was the smallest retained step, plus zero point zero zero two. And it is an error property measured on development data, not evidence about flight safety or certification.</a:t>
            </a:r>
          </a:p>
          <a:p/>
          <a:p>
            <a:r>
              <a:t>----- speaker reference, not spoken -----</a:t>
            </a:r>
          </a:p>
          <a:p>
            <a:r>
              <a:t>Planned duration: 1.00 min</a:t>
            </a:r>
          </a:p>
          <a:p>
            <a:r>
              <a:t>Figure: repository PE_4 trade-off, unchanged · claims C61-C65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retained model's own saved development predictions. Read the left panel; the right one is a diagnostic offset that we do not apply.</a:t>
            </a:r>
          </a:p>
          <a:p/>
          <a:p>
            <a:r>
              <a:t>The scatter is tight below about forty cycles and fans out above it. The band from fifty-one to one hundred and twenty-five holds ninety and a half per cent of the squared error, and the bias flips sign inside it — plus five cycles between seventy-six and one hundred, minus four and a half above that, the signature of the cap.</a:t>
            </a:r>
          </a:p>
          <a:p/>
          <a:p>
            <a:r>
              <a:t>By observed history it is sharper: the rows with at most a hundred cycles are twenty-one per cent of rows and thirty-two and a half per cent of the error.</a:t>
            </a:r>
          </a:p>
          <a:p/>
          <a:p>
            <a:r>
              <a:t>That suggested a specialist for short histories. A hundred and fifty model fits later, the combined predictor gained zero point three nine per cent and won six folds of fifteen. Diagnosing a subgroup did not establish that the obvious remedy fixes it.</a:t>
            </a:r>
          </a:p>
          <a:p/>
          <a:p>
            <a:r>
              <a:t>----- speaker reference, not spoken -----</a:t>
            </a:r>
          </a:p>
          <a:p>
            <a:r>
              <a:t>Planned duration: 1.25 min</a:t>
            </a:r>
          </a:p>
          <a:p>
            <a:r>
              <a:t>Figure: repository Phase 3 Run 7 report, unchanged · claims C66-C73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things were tried after Run 7. None replaced it, and the reason is the most useful thing in this talk.</a:t>
            </a:r>
          </a:p>
          <a:p/>
          <a:p>
            <a:r>
              <a:t>On the left, features built from the model's own earlier forecasts: what did we predict two, five, ten and twenty cycles ago, and how has it changed. Screened on saved predictions it cut mean RMSE from eleven point zero to nine point six, thirteen per cent, winning all five folds, with a bootstrap interval below zero. The strongest single result anyone produced here.</a:t>
            </a:r>
          </a:p>
          <a:p/>
          <a:p>
            <a:r>
              <a:t>It was labelled screening-only, because the base predictions came from a global out-of-fold table. So we rebuilt it: for every evaluation fold, refit the six tree members, select the blend weight, and fit both residual heads entirely inside the remaining UAVs. On the right is the result. One and a half per cent worse than its control, two folds of five. The thirteen per cent was a property of the evaluation procedure, not of the features.</a:t>
            </a:r>
          </a:p>
          <a:p/>
          <a:p>
            <a:r>
              <a:t>The other five are variations on the same lesson. A pretrained tabular blend gained one point three per cent on five folds, then one point one on two new seeds, then one point nine on three more with eleven of fifteen fold wins against a declared bar of twelve, with a bootstrap interval still spanning zero. A short-history specialist gained zero point four. None was promoted, so no submission was made, so the score is still zero point eight seven six five two.</a:t>
            </a:r>
          </a:p>
          <a:p/>
          <a:p>
            <a:r>
              <a:t>----- speaker reference, not spoken -----</a:t>
            </a:r>
          </a:p>
          <a:p>
            <a:r>
              <a:t>Planned duration: 1.75 min</a:t>
            </a:r>
          </a:p>
          <a:p>
            <a:r>
              <a:t>Figure: repository PE_15 comparison, unchanged; later results as numbers · claims C74-C84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panels, deliberately not one curve.</a:t>
            </a:r>
          </a:p>
          <a:p/>
          <a:p>
            <a:r>
              <a:t>Left, development performance on held-out UAV folds: run six at mean-fold R squared zero point eight nine two seven, run seven at zero point nine zero zero four. The third bar pools the same five hundred predictions instead of averaging by fold. A different aggregation, not a better result.</a:t>
            </a:r>
          </a:p>
          <a:p/>
          <a:p>
            <a:r>
              <a:t>Right, the recorded public score for those submissions. Run seven is zero point eight seven six five two. Encouragingly, the public gain from run six corresponds to three and a half per cent lower RMSE, close to the three and a half per cent we measured in development, so the two are moving together.</a:t>
            </a:r>
          </a:p>
          <a:p/>
          <a:p>
            <a:r>
              <a:t>The honest headline is the gap: reaching zero point nine on that scored set needs about ten per cent lower RMSE. The objective is met in development and is not demonstrated publicly.</a:t>
            </a:r>
          </a:p>
          <a:p/>
          <a:p>
            <a:r>
              <a:t>----- speaker reference, not spoken -----</a:t>
            </a:r>
          </a:p>
          <a:p>
            <a:r>
              <a:t>Planned duration: 1.00 min</a:t>
            </a:r>
          </a:p>
          <a:p>
            <a:r>
              <a:t>Figure: generated from run_6/run_7 report_summary.json and kaggle_scores.csv · claims C85-C93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open question is whether the feature representation is the limiting factor. An alternative script outside our pipeline was reported to score zero point eight seven eight eight publicly. That is user-reported, for a different script, and not a matched experiment. What it gives us is a specific representation to test: two hundred and sixty-six features from twenty-two sensors against our two hundred and ninety-eight.</a:t>
            </a:r>
          </a:p>
          <a:p/>
          <a:p>
            <a:r>
              <a:t>So we cross ten representations, from fifty to three hundred and ten features, with two model recipes, varying one factor at a time.</a:t>
            </a:r>
          </a:p>
          <a:p/>
          <a:p>
            <a:r>
              <a:t>Status today: training started, no complete winner manifest.</a:t>
            </a:r>
          </a:p>
          <a:p/>
          <a:p>
            <a:r>
              <a:t>----- speaker reference, not spoken -----</a:t>
            </a:r>
          </a:p>
          <a:p>
            <a:r>
              <a:t>Planned duration: 0.75 min</a:t>
            </a:r>
          </a:p>
          <a:p>
            <a:r>
              <a:t>Source: PE_28 README.md and run_1 input_verification.json, inspected 8 September 2026 · claims C94-C99</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what they were worth publicly: defining the validation scenarios and the fitting target together, zero point three. The feature set and tree blend, zero point zero two. The residual correction, zero point zero zero nine. Conservative calibration, zero point zero zero two.</a:t>
            </a:r>
          </a:p>
          <a:p/>
          <a:p>
            <a:r>
              <a:t>Evaluation and target design dominated model choice, and after Run 7 nothing passed a nested confirmation. Development R squared is above zero point nine; the public score is not.</a:t>
            </a:r>
          </a:p>
          <a:p/>
          <a:p>
            <a:r>
              <a:t>Happy to take questions.</a:t>
            </a:r>
          </a:p>
          <a:p/>
          <a:p>
            <a:r>
              <a:t>----- speaker reference, not spoken -----</a:t>
            </a:r>
          </a:p>
          <a:p>
            <a:r>
              <a:t>Planned duration: 0.50 min</a:t>
            </a:r>
          </a:p>
          <a:p>
            <a:r>
              <a:t>Source: evidence_ledger.csv · claims C100</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of the main deck. Six backup slides follow: the full locked architecture table, the sequence and hybrid studies, the complete cap/scenario matrix, residual-correction and calibration detail, rejected representation experiments, and uncertainty and score provenance.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if asked whether the sequence models were given a fair chance, or about seed stability.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if challenged that trees were preferred without a fair rematch. The hybrid models receive the raw window and all 298 engineered features.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if challenged on the claim that the 2x2 cells are not on a common scale, or on the difference between fitting cap, evaluation support and prediction clipping.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if asked how the residual head avoids leaking, or what the calibration cost.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if asked what else was tried on the feature side. Every row is a matched development comparison whose control was retained.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for methodological questions about the intervals, the repeated endpoints, or where the public scores come from.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pic>
        <p:nvPicPr>
          <p:cNvPr id="7" name="Grafik 6">
            <a:extLst>
              <a:ext uri="{FF2B5EF4-FFF2-40B4-BE49-F238E27FC236}">
                <a16:creationId xmlns:a16="http://schemas.microsoft.com/office/drawing/2014/main" id="{18916216-B032-4200-99C8-5BA3A21F8800}"/>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02988" y="268958"/>
            <a:ext cx="2136071" cy="431998"/>
          </a:xfrm>
          <a:prstGeom prst="rect">
            <a:avLst/>
          </a:prstGeom>
        </p:spPr>
      </p:pic>
      <p:pic>
        <p:nvPicPr>
          <p:cNvPr id="8" name="Grafik 7">
            <a:extLst>
              <a:ext uri="{FF2B5EF4-FFF2-40B4-BE49-F238E27FC236}">
                <a16:creationId xmlns:a16="http://schemas.microsoft.com/office/drawing/2014/main" id="{A72007CB-CD36-48DD-9918-1BFC87D15E94}"/>
              </a:ext>
              <a:ext uri="{C183D7F6-B498-43B3-948B-1728B52AA6E4}">
                <adec:decorative xmlns:adec="http://schemas.microsoft.com/office/drawing/2017/decorative" val="1"/>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l="23763" t="1" b="-1"/>
          <a:stretch/>
        </p:blipFill>
        <p:spPr>
          <a:xfrm>
            <a:off x="910588" y="580838"/>
            <a:ext cx="1628471" cy="168351"/>
          </a:xfrm>
          <a:prstGeom prst="rect">
            <a:avLst/>
          </a:prstGeom>
        </p:spPr>
      </p:pic>
      <p:sp>
        <p:nvSpPr>
          <p:cNvPr id="9" name="Bildplatzhalter 8"/>
          <p:cNvSpPr>
            <a:spLocks noGrp="1"/>
          </p:cNvSpPr>
          <p:nvPr>
            <p:ph type="pic" sz="quarter" idx="10"/>
          </p:nvPr>
        </p:nvSpPr>
        <p:spPr>
          <a:xfrm>
            <a:off x="0" y="1266840"/>
            <a:ext cx="9144000" cy="3876659"/>
          </a:xfrm>
          <a:solidFill>
            <a:schemeClr val="bg1">
              <a:lumMod val="85000"/>
            </a:schemeClr>
          </a:solidFill>
        </p:spPr>
        <p:txBody>
          <a:bodyPr lIns="72000"/>
          <a:lstStyle>
            <a:lvl1pPr marL="0" indent="0">
              <a:buNone/>
              <a:defRPr/>
            </a:lvl1pPr>
          </a:lstStyle>
          <a:p>
            <a:r>
              <a:rPr lang="de-DE" dirty="0"/>
              <a:t>Bild durch Klicken auf Symbol hinzufügen</a:t>
            </a:r>
            <a:endParaRPr lang="en-US" dirty="0"/>
          </a:p>
        </p:txBody>
      </p:sp>
      <p:sp>
        <p:nvSpPr>
          <p:cNvPr id="3" name="Titel 2">
            <a:extLst>
              <a:ext uri="{FF2B5EF4-FFF2-40B4-BE49-F238E27FC236}">
                <a16:creationId xmlns:a16="http://schemas.microsoft.com/office/drawing/2014/main" id="{86BA6808-8CD4-4528-935A-3978EF1718CF}"/>
              </a:ext>
            </a:extLst>
          </p:cNvPr>
          <p:cNvSpPr>
            <a:spLocks noGrp="1"/>
          </p:cNvSpPr>
          <p:nvPr>
            <p:ph type="title" hasCustomPrompt="1"/>
          </p:nvPr>
        </p:nvSpPr>
        <p:spPr>
          <a:xfrm>
            <a:off x="4750522" y="449461"/>
            <a:ext cx="4140000" cy="4140000"/>
          </a:xfrm>
          <a:prstGeom prst="ellipse">
            <a:avLst/>
          </a:prstGeom>
          <a:solidFill>
            <a:schemeClr val="tx1"/>
          </a:solidFill>
        </p:spPr>
        <p:txBody>
          <a:bodyPr vert="horz" wrap="square" lIns="0" tIns="0" rIns="0" bIns="1116000" rtlCol="0" anchor="b" anchorCtr="0">
            <a:noAutofit/>
          </a:bodyPr>
          <a:lstStyle>
            <a:lvl1pPr>
              <a:defRPr lang="en-GB" sz="2800" baseline="0" dirty="0">
                <a:solidFill>
                  <a:schemeClr val="bg1"/>
                </a:solidFill>
              </a:defRPr>
            </a:lvl1pPr>
          </a:lstStyle>
          <a:p>
            <a:pPr marL="0" lvl="0" indent="0"/>
            <a:r>
              <a:rPr lang="de-DE" dirty="0"/>
              <a:t>Barrierefreier  Titel – Text durch Klicken </a:t>
            </a:r>
            <a:br>
              <a:rPr lang="de-DE" dirty="0"/>
            </a:br>
            <a:r>
              <a:rPr lang="de-DE" dirty="0"/>
              <a:t>hinzufügen</a:t>
            </a:r>
            <a:endParaRPr lang="en-GB" dirty="0"/>
          </a:p>
        </p:txBody>
      </p:sp>
      <p:sp>
        <p:nvSpPr>
          <p:cNvPr id="12" name="Subtitle 2"/>
          <p:cNvSpPr>
            <a:spLocks noGrp="1"/>
          </p:cNvSpPr>
          <p:nvPr>
            <p:ph type="subTitle" idx="1" hasCustomPrompt="1"/>
          </p:nvPr>
        </p:nvSpPr>
        <p:spPr>
          <a:xfrm>
            <a:off x="5355772" y="2963635"/>
            <a:ext cx="3012621" cy="555172"/>
          </a:xfrm>
        </p:spPr>
        <p:txBody>
          <a:bodyPr lIns="0" tIns="0" rIns="0" bIns="0">
            <a:noAutofit/>
          </a:bodyPr>
          <a:lstStyle>
            <a:lvl1pPr marL="0" indent="0" algn="l">
              <a:lnSpc>
                <a:spcPct val="110000"/>
              </a:lnSpc>
              <a:spcBef>
                <a:spcPts val="0"/>
              </a:spcBef>
              <a:buNone/>
              <a:defRPr sz="1200">
                <a:solidFill>
                  <a:schemeClr val="bg1"/>
                </a:solidFill>
              </a:defRPr>
            </a:lvl1pPr>
            <a:lvl2pPr marL="342897" indent="0" algn="ctr">
              <a:buNone/>
              <a:defRPr sz="1500"/>
            </a:lvl2pPr>
            <a:lvl3pPr marL="685793" indent="0" algn="ctr">
              <a:buNone/>
              <a:defRPr sz="1350"/>
            </a:lvl3pPr>
            <a:lvl4pPr marL="1028690" indent="0" algn="ctr">
              <a:buNone/>
              <a:defRPr sz="1200"/>
            </a:lvl4pPr>
            <a:lvl5pPr marL="1371586" indent="0" algn="ctr">
              <a:buNone/>
              <a:defRPr sz="1200"/>
            </a:lvl5pPr>
            <a:lvl6pPr marL="1714483" indent="0" algn="ctr">
              <a:buNone/>
              <a:defRPr sz="1200"/>
            </a:lvl6pPr>
            <a:lvl7pPr marL="2057379" indent="0" algn="ctr">
              <a:buNone/>
              <a:defRPr sz="1200"/>
            </a:lvl7pPr>
            <a:lvl8pPr marL="2400276" indent="0" algn="ctr">
              <a:buNone/>
              <a:defRPr sz="1200"/>
            </a:lvl8pPr>
            <a:lvl9pPr marL="2743173" indent="0" algn="ctr">
              <a:buNone/>
              <a:defRPr sz="1200"/>
            </a:lvl9pPr>
          </a:lstStyle>
          <a:p>
            <a:r>
              <a:rPr lang="de-DE"/>
              <a:t>Untertitel Text durch Klicken hinzufügen</a:t>
            </a:r>
            <a:endParaRPr lang="de-DE" dirty="0"/>
          </a:p>
        </p:txBody>
      </p:sp>
      <p:sp>
        <p:nvSpPr>
          <p:cNvPr id="14" name="Textplatzhalter 10">
            <a:extLst>
              <a:ext uri="{FF2B5EF4-FFF2-40B4-BE49-F238E27FC236}">
                <a16:creationId xmlns:a16="http://schemas.microsoft.com/office/drawing/2014/main" id="{3A6FC492-F4FE-474B-9BFE-DAAE645B98B7}"/>
              </a:ext>
            </a:extLst>
          </p:cNvPr>
          <p:cNvSpPr>
            <a:spLocks noGrp="1"/>
          </p:cNvSpPr>
          <p:nvPr>
            <p:ph type="body" sz="quarter" idx="11" hasCustomPrompt="1"/>
          </p:nvPr>
        </p:nvSpPr>
        <p:spPr>
          <a:xfrm>
            <a:off x="7323010" y="3595860"/>
            <a:ext cx="1274400" cy="1274400"/>
          </a:xfrm>
          <a:prstGeom prst="ellipse">
            <a:avLst/>
          </a:prstGeom>
          <a:solidFill>
            <a:schemeClr val="bg1"/>
          </a:solidFill>
        </p:spPr>
        <p:txBody>
          <a:bodyPr wrap="none" lIns="0" tIns="0" rIns="0" bIns="0" anchor="ctr">
            <a:noAutofit/>
          </a:bodyPr>
          <a:lstStyle>
            <a:lvl1pPr marL="0" indent="0">
              <a:lnSpc>
                <a:spcPts val="1500"/>
              </a:lnSpc>
              <a:spcBef>
                <a:spcPts val="0"/>
              </a:spcBef>
              <a:buNone/>
              <a:defRPr sz="1200" b="1">
                <a:solidFill>
                  <a:schemeClr val="tx1"/>
                </a:solidFill>
              </a:defRPr>
            </a:lvl1pPr>
          </a:lstStyle>
          <a:p>
            <a:pPr lvl="0"/>
            <a:r>
              <a:rPr lang="de-DE" dirty="0"/>
              <a:t>Vorname </a:t>
            </a:r>
            <a:br>
              <a:rPr lang="de-DE" dirty="0"/>
            </a:br>
            <a:r>
              <a:rPr lang="de-DE" dirty="0"/>
              <a:t>Name</a:t>
            </a:r>
          </a:p>
        </p:txBody>
      </p:sp>
    </p:spTree>
    <p:extLst>
      <p:ext uri="{BB962C8B-B14F-4D97-AF65-F5344CB8AC3E}">
        <p14:creationId xmlns:p14="http://schemas.microsoft.com/office/powerpoint/2010/main" val="35468285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Barrierefrei blau">
    <p:spTree>
      <p:nvGrpSpPr>
        <p:cNvPr id="1" name=""/>
        <p:cNvGrpSpPr/>
        <p:nvPr/>
      </p:nvGrpSpPr>
      <p:grpSpPr>
        <a:xfrm>
          <a:off x="0" y="0"/>
          <a:ext cx="0" cy="0"/>
          <a:chOff x="0" y="0"/>
          <a:chExt cx="0" cy="0"/>
        </a:xfrm>
      </p:grpSpPr>
      <p:pic>
        <p:nvPicPr>
          <p:cNvPr id="7" name="Grafik 6">
            <a:extLst>
              <a:ext uri="{FF2B5EF4-FFF2-40B4-BE49-F238E27FC236}">
                <a16:creationId xmlns:a16="http://schemas.microsoft.com/office/drawing/2014/main" id="{18916216-B032-4200-99C8-5BA3A21F8800}"/>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02988" y="268958"/>
            <a:ext cx="2136071" cy="431998"/>
          </a:xfrm>
          <a:prstGeom prst="rect">
            <a:avLst/>
          </a:prstGeom>
        </p:spPr>
      </p:pic>
      <p:pic>
        <p:nvPicPr>
          <p:cNvPr id="8" name="Grafik 7">
            <a:extLst>
              <a:ext uri="{FF2B5EF4-FFF2-40B4-BE49-F238E27FC236}">
                <a16:creationId xmlns:a16="http://schemas.microsoft.com/office/drawing/2014/main" id="{A72007CB-CD36-48DD-9918-1BFC87D15E94}"/>
              </a:ext>
              <a:ext uri="{C183D7F6-B498-43B3-948B-1728B52AA6E4}">
                <adec:decorative xmlns:adec="http://schemas.microsoft.com/office/drawing/2017/decorative" val="1"/>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l="23763" t="1" b="-1"/>
          <a:stretch/>
        </p:blipFill>
        <p:spPr>
          <a:xfrm>
            <a:off x="910588" y="580838"/>
            <a:ext cx="1628471" cy="168351"/>
          </a:xfrm>
          <a:prstGeom prst="rect">
            <a:avLst/>
          </a:prstGeom>
        </p:spPr>
      </p:pic>
      <p:sp>
        <p:nvSpPr>
          <p:cNvPr id="9" name="Bildplatzhalter 8"/>
          <p:cNvSpPr>
            <a:spLocks noGrp="1"/>
          </p:cNvSpPr>
          <p:nvPr>
            <p:ph type="pic" sz="quarter" idx="10"/>
          </p:nvPr>
        </p:nvSpPr>
        <p:spPr>
          <a:xfrm>
            <a:off x="0" y="1266840"/>
            <a:ext cx="9144000" cy="3876659"/>
          </a:xfrm>
          <a:solidFill>
            <a:schemeClr val="bg1">
              <a:lumMod val="85000"/>
            </a:schemeClr>
          </a:solidFill>
        </p:spPr>
        <p:txBody>
          <a:bodyPr lIns="72000"/>
          <a:lstStyle>
            <a:lvl1pPr marL="0" indent="0">
              <a:buNone/>
              <a:defRPr/>
            </a:lvl1pPr>
          </a:lstStyle>
          <a:p>
            <a:r>
              <a:rPr lang="de-DE" dirty="0"/>
              <a:t>Bild durch Klicken auf Symbol hinzufügen</a:t>
            </a:r>
            <a:endParaRPr lang="en-US" dirty="0"/>
          </a:p>
        </p:txBody>
      </p:sp>
      <p:sp>
        <p:nvSpPr>
          <p:cNvPr id="3" name="Titel 2">
            <a:extLst>
              <a:ext uri="{FF2B5EF4-FFF2-40B4-BE49-F238E27FC236}">
                <a16:creationId xmlns:a16="http://schemas.microsoft.com/office/drawing/2014/main" id="{86BA6808-8CD4-4528-935A-3978EF1718CF}"/>
              </a:ext>
            </a:extLst>
          </p:cNvPr>
          <p:cNvSpPr>
            <a:spLocks noGrp="1"/>
          </p:cNvSpPr>
          <p:nvPr>
            <p:ph type="title" hasCustomPrompt="1"/>
          </p:nvPr>
        </p:nvSpPr>
        <p:spPr>
          <a:xfrm>
            <a:off x="4750522" y="449461"/>
            <a:ext cx="4140000" cy="4140000"/>
          </a:xfrm>
          <a:prstGeom prst="ellipse">
            <a:avLst/>
          </a:prstGeom>
          <a:solidFill>
            <a:schemeClr val="accent2"/>
          </a:solidFill>
        </p:spPr>
        <p:txBody>
          <a:bodyPr vert="horz" wrap="square" lIns="0" tIns="0" rIns="0" bIns="1116000" rtlCol="0" anchor="b" anchorCtr="0">
            <a:noAutofit/>
          </a:bodyPr>
          <a:lstStyle>
            <a:lvl1pPr>
              <a:defRPr lang="en-GB" sz="2800" baseline="0" dirty="0">
                <a:solidFill>
                  <a:schemeClr val="bg1"/>
                </a:solidFill>
              </a:defRPr>
            </a:lvl1pPr>
          </a:lstStyle>
          <a:p>
            <a:pPr marL="0" lvl="0" indent="0"/>
            <a:r>
              <a:rPr lang="de-DE" dirty="0"/>
              <a:t>Barrierefreier  Titel – Text durch Klicken </a:t>
            </a:r>
            <a:br>
              <a:rPr lang="de-DE" dirty="0"/>
            </a:br>
            <a:r>
              <a:rPr lang="de-DE" dirty="0"/>
              <a:t>hinzufügen</a:t>
            </a:r>
            <a:endParaRPr lang="en-GB" dirty="0"/>
          </a:p>
        </p:txBody>
      </p:sp>
      <p:sp>
        <p:nvSpPr>
          <p:cNvPr id="12" name="Subtitle 2"/>
          <p:cNvSpPr>
            <a:spLocks noGrp="1"/>
          </p:cNvSpPr>
          <p:nvPr>
            <p:ph type="subTitle" idx="1" hasCustomPrompt="1"/>
          </p:nvPr>
        </p:nvSpPr>
        <p:spPr>
          <a:xfrm>
            <a:off x="5355772" y="2963635"/>
            <a:ext cx="3012621" cy="555172"/>
          </a:xfrm>
        </p:spPr>
        <p:txBody>
          <a:bodyPr lIns="0" tIns="0" rIns="0" bIns="0">
            <a:noAutofit/>
          </a:bodyPr>
          <a:lstStyle>
            <a:lvl1pPr marL="0" indent="0" algn="l">
              <a:lnSpc>
                <a:spcPct val="110000"/>
              </a:lnSpc>
              <a:spcBef>
                <a:spcPts val="0"/>
              </a:spcBef>
              <a:buNone/>
              <a:defRPr sz="1200">
                <a:solidFill>
                  <a:schemeClr val="bg1"/>
                </a:solidFill>
              </a:defRPr>
            </a:lvl1pPr>
            <a:lvl2pPr marL="342897" indent="0" algn="ctr">
              <a:buNone/>
              <a:defRPr sz="1500"/>
            </a:lvl2pPr>
            <a:lvl3pPr marL="685793" indent="0" algn="ctr">
              <a:buNone/>
              <a:defRPr sz="1350"/>
            </a:lvl3pPr>
            <a:lvl4pPr marL="1028690" indent="0" algn="ctr">
              <a:buNone/>
              <a:defRPr sz="1200"/>
            </a:lvl4pPr>
            <a:lvl5pPr marL="1371586" indent="0" algn="ctr">
              <a:buNone/>
              <a:defRPr sz="1200"/>
            </a:lvl5pPr>
            <a:lvl6pPr marL="1714483" indent="0" algn="ctr">
              <a:buNone/>
              <a:defRPr sz="1200"/>
            </a:lvl6pPr>
            <a:lvl7pPr marL="2057379" indent="0" algn="ctr">
              <a:buNone/>
              <a:defRPr sz="1200"/>
            </a:lvl7pPr>
            <a:lvl8pPr marL="2400276" indent="0" algn="ctr">
              <a:buNone/>
              <a:defRPr sz="1200"/>
            </a:lvl8pPr>
            <a:lvl9pPr marL="2743173" indent="0" algn="ctr">
              <a:buNone/>
              <a:defRPr sz="1200"/>
            </a:lvl9pPr>
          </a:lstStyle>
          <a:p>
            <a:r>
              <a:rPr lang="de-DE"/>
              <a:t>Untertitel Text durch Klicken hinzufügen</a:t>
            </a:r>
            <a:endParaRPr lang="de-DE" dirty="0"/>
          </a:p>
        </p:txBody>
      </p:sp>
      <p:sp>
        <p:nvSpPr>
          <p:cNvPr id="14" name="Textplatzhalter 10">
            <a:extLst>
              <a:ext uri="{FF2B5EF4-FFF2-40B4-BE49-F238E27FC236}">
                <a16:creationId xmlns:a16="http://schemas.microsoft.com/office/drawing/2014/main" id="{3A6FC492-F4FE-474B-9BFE-DAAE645B98B7}"/>
              </a:ext>
            </a:extLst>
          </p:cNvPr>
          <p:cNvSpPr>
            <a:spLocks noGrp="1"/>
          </p:cNvSpPr>
          <p:nvPr>
            <p:ph type="body" sz="quarter" idx="11" hasCustomPrompt="1"/>
          </p:nvPr>
        </p:nvSpPr>
        <p:spPr>
          <a:xfrm>
            <a:off x="7323010" y="3595860"/>
            <a:ext cx="1274400" cy="1274400"/>
          </a:xfrm>
          <a:prstGeom prst="ellipse">
            <a:avLst/>
          </a:prstGeom>
          <a:solidFill>
            <a:schemeClr val="bg1"/>
          </a:solidFill>
        </p:spPr>
        <p:txBody>
          <a:bodyPr wrap="none" lIns="0" tIns="0" rIns="0" bIns="0" anchor="ctr">
            <a:noAutofit/>
          </a:bodyPr>
          <a:lstStyle>
            <a:lvl1pPr marL="0" indent="0">
              <a:lnSpc>
                <a:spcPts val="1500"/>
              </a:lnSpc>
              <a:spcBef>
                <a:spcPts val="0"/>
              </a:spcBef>
              <a:buNone/>
              <a:defRPr sz="1200" b="1">
                <a:solidFill>
                  <a:schemeClr val="tx1"/>
                </a:solidFill>
              </a:defRPr>
            </a:lvl1pPr>
          </a:lstStyle>
          <a:p>
            <a:pPr lvl="0"/>
            <a:r>
              <a:rPr lang="de-DE" dirty="0"/>
              <a:t>Vorname </a:t>
            </a:r>
            <a:br>
              <a:rPr lang="de-DE" dirty="0"/>
            </a:br>
            <a:r>
              <a:rPr lang="de-DE" dirty="0"/>
              <a:t>Name</a:t>
            </a:r>
          </a:p>
        </p:txBody>
      </p:sp>
    </p:spTree>
    <p:extLst>
      <p:ext uri="{BB962C8B-B14F-4D97-AF65-F5344CB8AC3E}">
        <p14:creationId xmlns:p14="http://schemas.microsoft.com/office/powerpoint/2010/main" val="26080302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Barrierefrei hellblau">
    <p:spTree>
      <p:nvGrpSpPr>
        <p:cNvPr id="1" name=""/>
        <p:cNvGrpSpPr/>
        <p:nvPr/>
      </p:nvGrpSpPr>
      <p:grpSpPr>
        <a:xfrm>
          <a:off x="0" y="0"/>
          <a:ext cx="0" cy="0"/>
          <a:chOff x="0" y="0"/>
          <a:chExt cx="0" cy="0"/>
        </a:xfrm>
      </p:grpSpPr>
      <p:pic>
        <p:nvPicPr>
          <p:cNvPr id="7" name="Grafik 6">
            <a:extLst>
              <a:ext uri="{FF2B5EF4-FFF2-40B4-BE49-F238E27FC236}">
                <a16:creationId xmlns:a16="http://schemas.microsoft.com/office/drawing/2014/main" id="{18916216-B032-4200-99C8-5BA3A21F8800}"/>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02988" y="268958"/>
            <a:ext cx="2136071" cy="431998"/>
          </a:xfrm>
          <a:prstGeom prst="rect">
            <a:avLst/>
          </a:prstGeom>
        </p:spPr>
      </p:pic>
      <p:pic>
        <p:nvPicPr>
          <p:cNvPr id="8" name="Grafik 7">
            <a:extLst>
              <a:ext uri="{FF2B5EF4-FFF2-40B4-BE49-F238E27FC236}">
                <a16:creationId xmlns:a16="http://schemas.microsoft.com/office/drawing/2014/main" id="{A72007CB-CD36-48DD-9918-1BFC87D15E94}"/>
              </a:ext>
              <a:ext uri="{C183D7F6-B498-43B3-948B-1728B52AA6E4}">
                <adec:decorative xmlns:adec="http://schemas.microsoft.com/office/drawing/2017/decorative" val="1"/>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l="23763" t="1" b="-1"/>
          <a:stretch/>
        </p:blipFill>
        <p:spPr>
          <a:xfrm>
            <a:off x="910588" y="580838"/>
            <a:ext cx="1628471" cy="168351"/>
          </a:xfrm>
          <a:prstGeom prst="rect">
            <a:avLst/>
          </a:prstGeom>
        </p:spPr>
      </p:pic>
      <p:sp>
        <p:nvSpPr>
          <p:cNvPr id="9" name="Bildplatzhalter 8"/>
          <p:cNvSpPr>
            <a:spLocks noGrp="1"/>
          </p:cNvSpPr>
          <p:nvPr>
            <p:ph type="pic" sz="quarter" idx="10"/>
          </p:nvPr>
        </p:nvSpPr>
        <p:spPr>
          <a:xfrm>
            <a:off x="0" y="1266840"/>
            <a:ext cx="9144000" cy="3876659"/>
          </a:xfrm>
          <a:solidFill>
            <a:schemeClr val="bg1">
              <a:lumMod val="85000"/>
            </a:schemeClr>
          </a:solidFill>
        </p:spPr>
        <p:txBody>
          <a:bodyPr lIns="72000"/>
          <a:lstStyle>
            <a:lvl1pPr marL="0" indent="0">
              <a:buNone/>
              <a:defRPr/>
            </a:lvl1pPr>
          </a:lstStyle>
          <a:p>
            <a:r>
              <a:rPr lang="de-DE" dirty="0"/>
              <a:t>Bild durch Klicken auf Symbol hinzufügen</a:t>
            </a:r>
            <a:endParaRPr lang="en-US" dirty="0"/>
          </a:p>
        </p:txBody>
      </p:sp>
      <p:sp>
        <p:nvSpPr>
          <p:cNvPr id="3" name="Titel 2">
            <a:extLst>
              <a:ext uri="{FF2B5EF4-FFF2-40B4-BE49-F238E27FC236}">
                <a16:creationId xmlns:a16="http://schemas.microsoft.com/office/drawing/2014/main" id="{86BA6808-8CD4-4528-935A-3978EF1718CF}"/>
              </a:ext>
            </a:extLst>
          </p:cNvPr>
          <p:cNvSpPr>
            <a:spLocks noGrp="1"/>
          </p:cNvSpPr>
          <p:nvPr>
            <p:ph type="title" hasCustomPrompt="1"/>
          </p:nvPr>
        </p:nvSpPr>
        <p:spPr>
          <a:xfrm>
            <a:off x="4750522" y="449461"/>
            <a:ext cx="4140000" cy="4140000"/>
          </a:xfrm>
          <a:prstGeom prst="ellipse">
            <a:avLst/>
          </a:prstGeom>
          <a:solidFill>
            <a:schemeClr val="accent1"/>
          </a:solidFill>
        </p:spPr>
        <p:txBody>
          <a:bodyPr vert="horz" wrap="square" lIns="0" tIns="0" rIns="0" bIns="1116000" rtlCol="0" anchor="b" anchorCtr="0">
            <a:noAutofit/>
          </a:bodyPr>
          <a:lstStyle>
            <a:lvl1pPr>
              <a:defRPr lang="en-GB" sz="2800" baseline="0" dirty="0">
                <a:solidFill>
                  <a:schemeClr val="bg1"/>
                </a:solidFill>
                <a:highlight>
                  <a:srgbClr val="000000"/>
                </a:highlight>
              </a:defRPr>
            </a:lvl1pPr>
          </a:lstStyle>
          <a:p>
            <a:pPr marL="0" lvl="0" indent="0"/>
            <a:r>
              <a:rPr lang="de-DE"/>
              <a:t>Barrierefreier  Titel – Text durch Klicken </a:t>
            </a:r>
            <a:br>
              <a:rPr lang="de-DE"/>
            </a:br>
            <a:r>
              <a:rPr lang="de-DE"/>
              <a:t>hinzufügen</a:t>
            </a:r>
            <a:endParaRPr lang="en-GB" dirty="0"/>
          </a:p>
        </p:txBody>
      </p:sp>
      <p:sp>
        <p:nvSpPr>
          <p:cNvPr id="12" name="Subtitle 2"/>
          <p:cNvSpPr>
            <a:spLocks noGrp="1"/>
          </p:cNvSpPr>
          <p:nvPr>
            <p:ph type="subTitle" idx="1" hasCustomPrompt="1"/>
          </p:nvPr>
        </p:nvSpPr>
        <p:spPr>
          <a:xfrm>
            <a:off x="5355772" y="2963635"/>
            <a:ext cx="3012621" cy="555172"/>
          </a:xfrm>
        </p:spPr>
        <p:txBody>
          <a:bodyPr lIns="0" tIns="0" rIns="0" bIns="0">
            <a:noAutofit/>
          </a:bodyPr>
          <a:lstStyle>
            <a:lvl1pPr marL="0" indent="0" algn="l">
              <a:lnSpc>
                <a:spcPct val="110000"/>
              </a:lnSpc>
              <a:spcBef>
                <a:spcPts val="0"/>
              </a:spcBef>
              <a:buNone/>
              <a:defRPr sz="1200">
                <a:solidFill>
                  <a:schemeClr val="bg1"/>
                </a:solidFill>
                <a:highlight>
                  <a:srgbClr val="000000"/>
                </a:highlight>
              </a:defRPr>
            </a:lvl1pPr>
            <a:lvl2pPr marL="342897" indent="0" algn="ctr">
              <a:buNone/>
              <a:defRPr sz="1500"/>
            </a:lvl2pPr>
            <a:lvl3pPr marL="685793" indent="0" algn="ctr">
              <a:buNone/>
              <a:defRPr sz="1350"/>
            </a:lvl3pPr>
            <a:lvl4pPr marL="1028690" indent="0" algn="ctr">
              <a:buNone/>
              <a:defRPr sz="1200"/>
            </a:lvl4pPr>
            <a:lvl5pPr marL="1371586" indent="0" algn="ctr">
              <a:buNone/>
              <a:defRPr sz="1200"/>
            </a:lvl5pPr>
            <a:lvl6pPr marL="1714483" indent="0" algn="ctr">
              <a:buNone/>
              <a:defRPr sz="1200"/>
            </a:lvl6pPr>
            <a:lvl7pPr marL="2057379" indent="0" algn="ctr">
              <a:buNone/>
              <a:defRPr sz="1200"/>
            </a:lvl7pPr>
            <a:lvl8pPr marL="2400276" indent="0" algn="ctr">
              <a:buNone/>
              <a:defRPr sz="1200"/>
            </a:lvl8pPr>
            <a:lvl9pPr marL="2743173" indent="0" algn="ctr">
              <a:buNone/>
              <a:defRPr sz="1200"/>
            </a:lvl9pPr>
          </a:lstStyle>
          <a:p>
            <a:r>
              <a:rPr lang="de-DE"/>
              <a:t>Untertitel Text durch Klicken hinzufügen</a:t>
            </a:r>
            <a:endParaRPr lang="de-DE" dirty="0"/>
          </a:p>
        </p:txBody>
      </p:sp>
      <p:sp>
        <p:nvSpPr>
          <p:cNvPr id="14" name="Textplatzhalter 10">
            <a:extLst>
              <a:ext uri="{FF2B5EF4-FFF2-40B4-BE49-F238E27FC236}">
                <a16:creationId xmlns:a16="http://schemas.microsoft.com/office/drawing/2014/main" id="{3A6FC492-F4FE-474B-9BFE-DAAE645B98B7}"/>
              </a:ext>
            </a:extLst>
          </p:cNvPr>
          <p:cNvSpPr>
            <a:spLocks noGrp="1"/>
          </p:cNvSpPr>
          <p:nvPr>
            <p:ph type="body" sz="quarter" idx="11" hasCustomPrompt="1"/>
          </p:nvPr>
        </p:nvSpPr>
        <p:spPr>
          <a:xfrm>
            <a:off x="7323010" y="3595860"/>
            <a:ext cx="1274400" cy="1274400"/>
          </a:xfrm>
          <a:prstGeom prst="ellipse">
            <a:avLst/>
          </a:prstGeom>
          <a:solidFill>
            <a:schemeClr val="bg1"/>
          </a:solidFill>
        </p:spPr>
        <p:txBody>
          <a:bodyPr wrap="none" lIns="0" tIns="0" rIns="0" bIns="0" anchor="ctr">
            <a:noAutofit/>
          </a:bodyPr>
          <a:lstStyle>
            <a:lvl1pPr marL="0" indent="0">
              <a:lnSpc>
                <a:spcPts val="1500"/>
              </a:lnSpc>
              <a:spcBef>
                <a:spcPts val="0"/>
              </a:spcBef>
              <a:buNone/>
              <a:defRPr sz="1200" b="1">
                <a:solidFill>
                  <a:schemeClr val="tx1"/>
                </a:solidFill>
              </a:defRPr>
            </a:lvl1pPr>
          </a:lstStyle>
          <a:p>
            <a:pPr lvl="0"/>
            <a:r>
              <a:rPr lang="de-DE" dirty="0"/>
              <a:t>Vorname </a:t>
            </a:r>
            <a:br>
              <a:rPr lang="de-DE" dirty="0"/>
            </a:br>
            <a:r>
              <a:rPr lang="de-DE" dirty="0"/>
              <a:t>Name</a:t>
            </a:r>
          </a:p>
        </p:txBody>
      </p:sp>
    </p:spTree>
    <p:extLst>
      <p:ext uri="{BB962C8B-B14F-4D97-AF65-F5344CB8AC3E}">
        <p14:creationId xmlns:p14="http://schemas.microsoft.com/office/powerpoint/2010/main" val="19252788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folie Institute">
    <p:spTree>
      <p:nvGrpSpPr>
        <p:cNvPr id="1" name=""/>
        <p:cNvGrpSpPr/>
        <p:nvPr/>
      </p:nvGrpSpPr>
      <p:grpSpPr>
        <a:xfrm>
          <a:off x="0" y="0"/>
          <a:ext cx="0" cy="0"/>
          <a:chOff x="0" y="0"/>
          <a:chExt cx="0" cy="0"/>
        </a:xfrm>
      </p:grpSpPr>
      <p:pic>
        <p:nvPicPr>
          <p:cNvPr id="10" name="Grafik 9">
            <a:extLst>
              <a:ext uri="{FF2B5EF4-FFF2-40B4-BE49-F238E27FC236}">
                <a16:creationId xmlns:a16="http://schemas.microsoft.com/office/drawing/2014/main" id="{CA70C5C8-1CB6-4CC4-A9D8-081FC52E5A9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02988" y="268958"/>
            <a:ext cx="2136071" cy="431998"/>
          </a:xfrm>
          <a:prstGeom prst="rect">
            <a:avLst/>
          </a:prstGeom>
        </p:spPr>
      </p:pic>
      <p:sp>
        <p:nvSpPr>
          <p:cNvPr id="9" name="Bildplatzhalter 8"/>
          <p:cNvSpPr>
            <a:spLocks noGrp="1"/>
          </p:cNvSpPr>
          <p:nvPr>
            <p:ph type="pic" sz="quarter" idx="10"/>
          </p:nvPr>
        </p:nvSpPr>
        <p:spPr>
          <a:xfrm>
            <a:off x="0" y="1266840"/>
            <a:ext cx="9144000" cy="3876659"/>
          </a:xfrm>
          <a:solidFill>
            <a:schemeClr val="bg1">
              <a:lumMod val="85000"/>
            </a:schemeClr>
          </a:solidFill>
        </p:spPr>
        <p:txBody>
          <a:bodyPr lIns="72000"/>
          <a:lstStyle>
            <a:lvl1pPr marL="0" indent="0">
              <a:buNone/>
              <a:defRPr/>
            </a:lvl1pPr>
          </a:lstStyle>
          <a:p>
            <a:r>
              <a:rPr lang="de-DE" dirty="0"/>
              <a:t>Bild durch Klicken auf Symbol hinzufügen</a:t>
            </a:r>
            <a:endParaRPr lang="en-US" dirty="0"/>
          </a:p>
        </p:txBody>
      </p:sp>
      <p:sp>
        <p:nvSpPr>
          <p:cNvPr id="8" name="Titel 2">
            <a:extLst>
              <a:ext uri="{FF2B5EF4-FFF2-40B4-BE49-F238E27FC236}">
                <a16:creationId xmlns:a16="http://schemas.microsoft.com/office/drawing/2014/main" id="{098769ED-90D0-4473-B1B2-1CE12B519F39}"/>
              </a:ext>
            </a:extLst>
          </p:cNvPr>
          <p:cNvSpPr>
            <a:spLocks noGrp="1"/>
          </p:cNvSpPr>
          <p:nvPr>
            <p:ph type="title" hasCustomPrompt="1"/>
          </p:nvPr>
        </p:nvSpPr>
        <p:spPr>
          <a:xfrm>
            <a:off x="4750522" y="449461"/>
            <a:ext cx="4140000" cy="4140000"/>
          </a:xfrm>
          <a:prstGeom prst="ellipse">
            <a:avLst/>
          </a:prstGeom>
          <a:solidFill>
            <a:schemeClr val="accent1"/>
          </a:solidFill>
        </p:spPr>
        <p:txBody>
          <a:bodyPr vert="horz" wrap="square" lIns="0" tIns="0" rIns="0" bIns="1116000" rtlCol="0" anchor="b" anchorCtr="0">
            <a:noAutofit/>
          </a:bodyPr>
          <a:lstStyle>
            <a:lvl1pPr>
              <a:defRPr lang="en-GB" sz="2800" baseline="0" dirty="0">
                <a:solidFill>
                  <a:schemeClr val="tx1"/>
                </a:solidFill>
              </a:defRPr>
            </a:lvl1pPr>
          </a:lstStyle>
          <a:p>
            <a:pPr marL="0" lvl="0" indent="0"/>
            <a:r>
              <a:rPr lang="de-DE"/>
              <a:t>Titelfolie Institute – Text durch Klicken hinzufügen</a:t>
            </a:r>
            <a:endParaRPr lang="en-GB" dirty="0"/>
          </a:p>
        </p:txBody>
      </p:sp>
      <p:sp>
        <p:nvSpPr>
          <p:cNvPr id="12" name="Subtitle 2"/>
          <p:cNvSpPr>
            <a:spLocks noGrp="1"/>
          </p:cNvSpPr>
          <p:nvPr>
            <p:ph type="subTitle" idx="1" hasCustomPrompt="1"/>
          </p:nvPr>
        </p:nvSpPr>
        <p:spPr>
          <a:xfrm>
            <a:off x="5355772" y="2963635"/>
            <a:ext cx="3012621" cy="555172"/>
          </a:xfrm>
        </p:spPr>
        <p:txBody>
          <a:bodyPr lIns="0" tIns="0" rIns="0" bIns="0">
            <a:noAutofit/>
          </a:bodyPr>
          <a:lstStyle>
            <a:lvl1pPr marL="0" indent="0" algn="l">
              <a:lnSpc>
                <a:spcPct val="110000"/>
              </a:lnSpc>
              <a:spcBef>
                <a:spcPts val="0"/>
              </a:spcBef>
              <a:buNone/>
              <a:defRPr sz="1200">
                <a:solidFill>
                  <a:schemeClr val="tx1"/>
                </a:solidFill>
              </a:defRPr>
            </a:lvl1pPr>
            <a:lvl2pPr marL="342897" indent="0" algn="ctr">
              <a:buNone/>
              <a:defRPr sz="1500"/>
            </a:lvl2pPr>
            <a:lvl3pPr marL="685793" indent="0" algn="ctr">
              <a:buNone/>
              <a:defRPr sz="1350"/>
            </a:lvl3pPr>
            <a:lvl4pPr marL="1028690" indent="0" algn="ctr">
              <a:buNone/>
              <a:defRPr sz="1200"/>
            </a:lvl4pPr>
            <a:lvl5pPr marL="1371586" indent="0" algn="ctr">
              <a:buNone/>
              <a:defRPr sz="1200"/>
            </a:lvl5pPr>
            <a:lvl6pPr marL="1714483" indent="0" algn="ctr">
              <a:buNone/>
              <a:defRPr sz="1200"/>
            </a:lvl6pPr>
            <a:lvl7pPr marL="2057379" indent="0" algn="ctr">
              <a:buNone/>
              <a:defRPr sz="1200"/>
            </a:lvl7pPr>
            <a:lvl8pPr marL="2400276" indent="0" algn="ctr">
              <a:buNone/>
              <a:defRPr sz="1200"/>
            </a:lvl8pPr>
            <a:lvl9pPr marL="2743173" indent="0" algn="ctr">
              <a:buNone/>
              <a:defRPr sz="1200"/>
            </a:lvl9pPr>
          </a:lstStyle>
          <a:p>
            <a:r>
              <a:rPr lang="de-DE"/>
              <a:t>Untertitel Text durch Klicken hinzufügen</a:t>
            </a:r>
            <a:endParaRPr lang="de-DE" dirty="0"/>
          </a:p>
        </p:txBody>
      </p:sp>
      <p:sp>
        <p:nvSpPr>
          <p:cNvPr id="7" name="Bildplatzhalter 4">
            <a:extLst>
              <a:ext uri="{FF2B5EF4-FFF2-40B4-BE49-F238E27FC236}">
                <a16:creationId xmlns:a16="http://schemas.microsoft.com/office/drawing/2014/main" id="{B9FD99DC-C17A-49FB-8F13-40F41E801ABC}"/>
              </a:ext>
            </a:extLst>
          </p:cNvPr>
          <p:cNvSpPr>
            <a:spLocks noGrp="1" noChangeAspect="1"/>
          </p:cNvSpPr>
          <p:nvPr>
            <p:ph type="pic" sz="quarter" idx="14" hasCustomPrompt="1"/>
          </p:nvPr>
        </p:nvSpPr>
        <p:spPr>
          <a:xfrm>
            <a:off x="7049410" y="3459060"/>
            <a:ext cx="1548000" cy="1548000"/>
          </a:xfrm>
          <a:prstGeom prst="ellipse">
            <a:avLst/>
          </a:prstGeom>
          <a:solidFill>
            <a:schemeClr val="bg1"/>
          </a:solidFill>
        </p:spPr>
        <p:txBody>
          <a:bodyPr/>
          <a:lstStyle>
            <a:lvl1pPr marL="0" indent="0">
              <a:buFontTx/>
              <a:buNone/>
              <a:defRPr sz="900" baseline="0"/>
            </a:lvl1pPr>
          </a:lstStyle>
          <a:p>
            <a:r>
              <a:rPr lang="de-DE" dirty="0" err="1"/>
              <a:t>Sublogo</a:t>
            </a:r>
            <a:r>
              <a:rPr lang="de-DE" dirty="0"/>
              <a:t> einfügen</a:t>
            </a:r>
          </a:p>
        </p:txBody>
      </p:sp>
    </p:spTree>
    <p:extLst>
      <p:ext uri="{BB962C8B-B14F-4D97-AF65-F5344CB8AC3E}">
        <p14:creationId xmlns:p14="http://schemas.microsoft.com/office/powerpoint/2010/main" val="6568718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elfolie Institute 2">
    <p:spTree>
      <p:nvGrpSpPr>
        <p:cNvPr id="1" name=""/>
        <p:cNvGrpSpPr/>
        <p:nvPr/>
      </p:nvGrpSpPr>
      <p:grpSpPr>
        <a:xfrm>
          <a:off x="0" y="0"/>
          <a:ext cx="0" cy="0"/>
          <a:chOff x="0" y="0"/>
          <a:chExt cx="0" cy="0"/>
        </a:xfrm>
      </p:grpSpPr>
      <p:pic>
        <p:nvPicPr>
          <p:cNvPr id="11" name="Grafik 10">
            <a:extLst>
              <a:ext uri="{FF2B5EF4-FFF2-40B4-BE49-F238E27FC236}">
                <a16:creationId xmlns:a16="http://schemas.microsoft.com/office/drawing/2014/main" id="{30BE638A-719E-41CB-B435-44353E5553A3}"/>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02988" y="268958"/>
            <a:ext cx="2136071" cy="431998"/>
          </a:xfrm>
          <a:prstGeom prst="rect">
            <a:avLst/>
          </a:prstGeom>
        </p:spPr>
      </p:pic>
      <p:sp>
        <p:nvSpPr>
          <p:cNvPr id="28" name="Textplatzhalter 9">
            <a:extLst>
              <a:ext uri="{FF2B5EF4-FFF2-40B4-BE49-F238E27FC236}">
                <a16:creationId xmlns:a16="http://schemas.microsoft.com/office/drawing/2014/main" id="{F2727769-9A35-4722-8FB2-4C78D296549D}"/>
              </a:ext>
            </a:extLst>
          </p:cNvPr>
          <p:cNvSpPr>
            <a:spLocks noGrp="1"/>
          </p:cNvSpPr>
          <p:nvPr>
            <p:ph type="body" sz="quarter" idx="13" hasCustomPrompt="1"/>
          </p:nvPr>
        </p:nvSpPr>
        <p:spPr>
          <a:xfrm>
            <a:off x="952454" y="593154"/>
            <a:ext cx="3561913" cy="435081"/>
          </a:xfrm>
        </p:spPr>
        <p:txBody>
          <a:bodyPr/>
          <a:lstStyle>
            <a:lvl1pPr marL="0" indent="0">
              <a:lnSpc>
                <a:spcPct val="100000"/>
              </a:lnSpc>
              <a:buFontTx/>
              <a:buNone/>
              <a:defRPr sz="1200"/>
            </a:lvl1pPr>
          </a:lstStyle>
          <a:p>
            <a:pPr lvl="0"/>
            <a:r>
              <a:rPr lang="de-DE" dirty="0"/>
              <a:t>Institutsname max. 2-zeilig, bitte hier klicken und überschreiben</a:t>
            </a:r>
          </a:p>
        </p:txBody>
      </p:sp>
      <p:sp>
        <p:nvSpPr>
          <p:cNvPr id="9" name="Bildplatzhalter 8"/>
          <p:cNvSpPr>
            <a:spLocks noGrp="1"/>
          </p:cNvSpPr>
          <p:nvPr>
            <p:ph type="pic" sz="quarter" idx="10"/>
          </p:nvPr>
        </p:nvSpPr>
        <p:spPr>
          <a:xfrm>
            <a:off x="0" y="1266841"/>
            <a:ext cx="9144000" cy="3304800"/>
          </a:xfrm>
          <a:solidFill>
            <a:schemeClr val="bg1">
              <a:lumMod val="85000"/>
            </a:schemeClr>
          </a:solidFill>
        </p:spPr>
        <p:txBody>
          <a:bodyPr lIns="72000"/>
          <a:lstStyle>
            <a:lvl1pPr marL="0" indent="0">
              <a:buNone/>
              <a:defRPr/>
            </a:lvl1pPr>
          </a:lstStyle>
          <a:p>
            <a:r>
              <a:rPr lang="de-DE" dirty="0"/>
              <a:t>Bild durch Klicken auf Symbol hinzufügen</a:t>
            </a:r>
            <a:endParaRPr lang="en-US" dirty="0"/>
          </a:p>
        </p:txBody>
      </p:sp>
      <p:sp>
        <p:nvSpPr>
          <p:cNvPr id="16" name="Titel 2">
            <a:extLst>
              <a:ext uri="{FF2B5EF4-FFF2-40B4-BE49-F238E27FC236}">
                <a16:creationId xmlns:a16="http://schemas.microsoft.com/office/drawing/2014/main" id="{FCF15244-A895-48BB-9A90-27BC5159A1A9}"/>
              </a:ext>
            </a:extLst>
          </p:cNvPr>
          <p:cNvSpPr>
            <a:spLocks noGrp="1"/>
          </p:cNvSpPr>
          <p:nvPr>
            <p:ph type="title" hasCustomPrompt="1"/>
          </p:nvPr>
        </p:nvSpPr>
        <p:spPr>
          <a:xfrm>
            <a:off x="5026509" y="488684"/>
            <a:ext cx="3913200" cy="3913200"/>
          </a:xfrm>
          <a:prstGeom prst="ellipse">
            <a:avLst/>
          </a:prstGeom>
          <a:solidFill>
            <a:schemeClr val="accent1"/>
          </a:solidFill>
        </p:spPr>
        <p:txBody>
          <a:bodyPr vert="horz" wrap="square" lIns="0" tIns="0" rIns="0" bIns="1116000" rtlCol="0" anchor="b" anchorCtr="0">
            <a:noAutofit/>
          </a:bodyPr>
          <a:lstStyle>
            <a:lvl1pPr>
              <a:defRPr lang="en-GB" sz="2500" baseline="0" dirty="0">
                <a:solidFill>
                  <a:schemeClr val="tx1"/>
                </a:solidFill>
              </a:defRPr>
            </a:lvl1pPr>
          </a:lstStyle>
          <a:p>
            <a:pPr marL="0" lvl="0" indent="0"/>
            <a:r>
              <a:rPr lang="de-DE"/>
              <a:t>Titelfolie 2 Institute – Text durch Klicken hinzufügen</a:t>
            </a:r>
            <a:endParaRPr lang="en-GB" dirty="0"/>
          </a:p>
        </p:txBody>
      </p:sp>
      <p:sp>
        <p:nvSpPr>
          <p:cNvPr id="15" name="Subtitle 2">
            <a:extLst>
              <a:ext uri="{FF2B5EF4-FFF2-40B4-BE49-F238E27FC236}">
                <a16:creationId xmlns:a16="http://schemas.microsoft.com/office/drawing/2014/main" id="{FF9C1028-5CF0-4B0B-90F2-2CDD6683E1F7}"/>
              </a:ext>
            </a:extLst>
          </p:cNvPr>
          <p:cNvSpPr>
            <a:spLocks noGrp="1"/>
          </p:cNvSpPr>
          <p:nvPr>
            <p:ph type="subTitle" idx="1" hasCustomPrompt="1"/>
          </p:nvPr>
        </p:nvSpPr>
        <p:spPr>
          <a:xfrm>
            <a:off x="5608866" y="2881993"/>
            <a:ext cx="3012621" cy="555172"/>
          </a:xfrm>
        </p:spPr>
        <p:txBody>
          <a:bodyPr lIns="0" tIns="0" rIns="0" bIns="0">
            <a:noAutofit/>
          </a:bodyPr>
          <a:lstStyle>
            <a:lvl1pPr marL="0" indent="0" algn="l">
              <a:lnSpc>
                <a:spcPct val="110000"/>
              </a:lnSpc>
              <a:spcBef>
                <a:spcPts val="0"/>
              </a:spcBef>
              <a:buNone/>
              <a:defRPr sz="1200">
                <a:solidFill>
                  <a:schemeClr val="tx1"/>
                </a:solidFill>
              </a:defRPr>
            </a:lvl1pPr>
            <a:lvl2pPr marL="342897" indent="0" algn="ctr">
              <a:buNone/>
              <a:defRPr sz="1500"/>
            </a:lvl2pPr>
            <a:lvl3pPr marL="685793" indent="0" algn="ctr">
              <a:buNone/>
              <a:defRPr sz="1350"/>
            </a:lvl3pPr>
            <a:lvl4pPr marL="1028690" indent="0" algn="ctr">
              <a:buNone/>
              <a:defRPr sz="1200"/>
            </a:lvl4pPr>
            <a:lvl5pPr marL="1371586" indent="0" algn="ctr">
              <a:buNone/>
              <a:defRPr sz="1200"/>
            </a:lvl5pPr>
            <a:lvl6pPr marL="1714483" indent="0" algn="ctr">
              <a:buNone/>
              <a:defRPr sz="1200"/>
            </a:lvl6pPr>
            <a:lvl7pPr marL="2057379" indent="0" algn="ctr">
              <a:buNone/>
              <a:defRPr sz="1200"/>
            </a:lvl7pPr>
            <a:lvl8pPr marL="2400276" indent="0" algn="ctr">
              <a:buNone/>
              <a:defRPr sz="1200"/>
            </a:lvl8pPr>
            <a:lvl9pPr marL="2743173" indent="0" algn="ctr">
              <a:buNone/>
              <a:defRPr sz="1200"/>
            </a:lvl9pPr>
          </a:lstStyle>
          <a:p>
            <a:r>
              <a:rPr lang="de-DE"/>
              <a:t>Untertitel Text durch Klicken hinzufügen</a:t>
            </a:r>
            <a:endParaRPr lang="de-DE" dirty="0"/>
          </a:p>
        </p:txBody>
      </p:sp>
      <p:sp>
        <p:nvSpPr>
          <p:cNvPr id="7" name="Bildplatzhalter 6">
            <a:extLst>
              <a:ext uri="{C183D7F6-B498-43B3-948B-1728B52AA6E4}">
                <adec:decorative xmlns:adec="http://schemas.microsoft.com/office/drawing/2017/decorative" val="1"/>
              </a:ext>
            </a:extLst>
          </p:cNvPr>
          <p:cNvSpPr>
            <a:spLocks noGrp="1" noChangeAspect="1"/>
          </p:cNvSpPr>
          <p:nvPr>
            <p:ph type="pic" sz="quarter" idx="14" hasCustomPrompt="1"/>
          </p:nvPr>
        </p:nvSpPr>
        <p:spPr>
          <a:xfrm>
            <a:off x="7298630" y="4694760"/>
            <a:ext cx="1415910" cy="330480"/>
          </a:xfrm>
        </p:spPr>
        <p:txBody>
          <a:bodyPr/>
          <a:lstStyle>
            <a:lvl1pPr marL="0" indent="0">
              <a:buFontTx/>
              <a:buNone/>
              <a:defRPr sz="1100" baseline="0"/>
            </a:lvl1pPr>
          </a:lstStyle>
          <a:p>
            <a:r>
              <a:rPr lang="de-DE" dirty="0" err="1"/>
              <a:t>Sublogo</a:t>
            </a:r>
            <a:r>
              <a:rPr lang="de-DE" dirty="0"/>
              <a:t> einfügen</a:t>
            </a:r>
          </a:p>
        </p:txBody>
      </p:sp>
    </p:spTree>
    <p:extLst>
      <p:ext uri="{BB962C8B-B14F-4D97-AF65-F5344CB8AC3E}">
        <p14:creationId xmlns:p14="http://schemas.microsoft.com/office/powerpoint/2010/main" val="34109044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785E028-F200-4ED8-8CC6-0D42239F975D}"/>
              </a:ext>
            </a:extLst>
          </p:cNvPr>
          <p:cNvSpPr>
            <a:spLocks noGrp="1"/>
          </p:cNvSpPr>
          <p:nvPr>
            <p:ph type="title"/>
          </p:nvPr>
        </p:nvSpPr>
        <p:spPr/>
        <p:txBody>
          <a:bodyPr/>
          <a:lstStyle/>
          <a:p>
            <a:r>
              <a:rPr lang="de-DE" dirty="0"/>
              <a:t>Mastertitelformat bearbeiten</a:t>
            </a:r>
            <a:endParaRPr lang="en-GB" dirty="0"/>
          </a:p>
        </p:txBody>
      </p:sp>
      <p:sp>
        <p:nvSpPr>
          <p:cNvPr id="9" name="Textplatzhalter 7">
            <a:extLst>
              <a:ext uri="{FF2B5EF4-FFF2-40B4-BE49-F238E27FC236}">
                <a16:creationId xmlns:a16="http://schemas.microsoft.com/office/drawing/2014/main" id="{18B4599F-1F24-4FF7-8F3E-EDB79B1AB99C}"/>
              </a:ext>
            </a:extLst>
          </p:cNvPr>
          <p:cNvSpPr>
            <a:spLocks noGrp="1"/>
          </p:cNvSpPr>
          <p:nvPr>
            <p:ph type="body" sz="quarter" idx="13" hasCustomPrompt="1"/>
          </p:nvPr>
        </p:nvSpPr>
        <p:spPr>
          <a:xfrm>
            <a:off x="468000" y="576000"/>
            <a:ext cx="8244200" cy="277200"/>
          </a:xfrm>
        </p:spPr>
        <p:txBody>
          <a:bodyPr lIns="0" tIns="0" rIns="0" bIns="0"/>
          <a:lstStyle>
            <a:lvl1pPr marL="0" indent="0">
              <a:buNone/>
              <a:defRPr sz="1800" baseline="0"/>
            </a:lvl1pPr>
          </a:lstStyle>
          <a:p>
            <a:pPr lvl="0"/>
            <a:r>
              <a:rPr lang="de-DE" dirty="0"/>
              <a:t>Untertitel durch Klicken bearbeiten</a:t>
            </a:r>
          </a:p>
        </p:txBody>
      </p:sp>
      <p:sp>
        <p:nvSpPr>
          <p:cNvPr id="3" name="Content Placeholder 2"/>
          <p:cNvSpPr>
            <a:spLocks noGrp="1"/>
          </p:cNvSpPr>
          <p:nvPr>
            <p:ph idx="1"/>
          </p:nvPr>
        </p:nvSpPr>
        <p:spPr/>
        <p:txBody>
          <a:body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7" name="Datumsplatzhalter 6">
            <a:extLst>
              <a:ext uri="{FF2B5EF4-FFF2-40B4-BE49-F238E27FC236}">
                <a16:creationId xmlns:a16="http://schemas.microsoft.com/office/drawing/2014/main" id="{124A6A03-5D2E-417E-9A62-737D1DBC92ED}"/>
              </a:ext>
              <a:ext uri="{C183D7F6-B498-43B3-948B-1728B52AA6E4}">
                <adec:decorative xmlns:adec="http://schemas.microsoft.com/office/drawing/2017/decorative" val="1"/>
              </a:ext>
            </a:extLst>
          </p:cNvPr>
          <p:cNvSpPr>
            <a:spLocks noGrp="1"/>
          </p:cNvSpPr>
          <p:nvPr>
            <p:ph type="dt" sz="half" idx="14"/>
          </p:nvPr>
        </p:nvSpPr>
        <p:spPr/>
        <p:txBody>
          <a:bodyPr/>
          <a:lstStyle/>
          <a:p>
            <a:r>
              <a:rPr lang="de-DE"/>
              <a:t>08/20/2020</a:t>
            </a:r>
            <a:endParaRPr lang="en-US" dirty="0"/>
          </a:p>
        </p:txBody>
      </p:sp>
      <p:sp>
        <p:nvSpPr>
          <p:cNvPr id="8" name="Fußzeilenplatzhalter 7">
            <a:extLst>
              <a:ext uri="{FF2B5EF4-FFF2-40B4-BE49-F238E27FC236}">
                <a16:creationId xmlns:a16="http://schemas.microsoft.com/office/drawing/2014/main" id="{90427F68-7D65-4111-9D28-F407D044A73B}"/>
              </a:ext>
              <a:ext uri="{C183D7F6-B498-43B3-948B-1728B52AA6E4}">
                <adec:decorative xmlns:adec="http://schemas.microsoft.com/office/drawing/2017/decorative" val="1"/>
              </a:ext>
            </a:extLst>
          </p:cNvPr>
          <p:cNvSpPr>
            <a:spLocks noGrp="1"/>
          </p:cNvSpPr>
          <p:nvPr>
            <p:ph type="ftr" sz="quarter" idx="15"/>
          </p:nvPr>
        </p:nvSpPr>
        <p:spPr/>
        <p:txBody>
          <a:bodyPr/>
          <a:lstStyle/>
          <a:p>
            <a:r>
              <a:rPr lang="en-US"/>
              <a:t>University of Stuttgart</a:t>
            </a:r>
            <a:endParaRPr lang="en-US" dirty="0"/>
          </a:p>
        </p:txBody>
      </p:sp>
      <p:sp>
        <p:nvSpPr>
          <p:cNvPr id="10" name="Foliennummernplatzhalter 9">
            <a:extLst>
              <a:ext uri="{FF2B5EF4-FFF2-40B4-BE49-F238E27FC236}">
                <a16:creationId xmlns:a16="http://schemas.microsoft.com/office/drawing/2014/main" id="{BC2B8577-8AB8-42B5-8BA8-1751A412246A}"/>
              </a:ext>
              <a:ext uri="{C183D7F6-B498-43B3-948B-1728B52AA6E4}">
                <adec:decorative xmlns:adec="http://schemas.microsoft.com/office/drawing/2017/decorative" val="1"/>
              </a:ext>
            </a:extLst>
          </p:cNvPr>
          <p:cNvSpPr>
            <a:spLocks noGrp="1"/>
          </p:cNvSpPr>
          <p:nvPr>
            <p:ph type="sldNum" sz="quarter" idx="16"/>
          </p:nvPr>
        </p:nvSpPr>
        <p:spPr/>
        <p:txBody>
          <a:bodyPr/>
          <a:lstStyle/>
          <a:p>
            <a:fld id="{9E82CC3C-1DC0-4FDA-9590-6CC506AB67F8}" type="slidenum">
              <a:rPr lang="en-US" smtClean="0"/>
              <a:pPr/>
              <a:t>‹Nr.›</a:t>
            </a:fld>
            <a:endParaRPr lang="en-US" dirty="0"/>
          </a:p>
        </p:txBody>
      </p:sp>
    </p:spTree>
    <p:extLst>
      <p:ext uri="{BB962C8B-B14F-4D97-AF65-F5344CB8AC3E}">
        <p14:creationId xmlns:p14="http://schemas.microsoft.com/office/powerpoint/2010/main" val="12814507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el 2zeilig und Inhalt">
    <p:spTree>
      <p:nvGrpSpPr>
        <p:cNvPr id="1" name=""/>
        <p:cNvGrpSpPr/>
        <p:nvPr/>
      </p:nvGrpSpPr>
      <p:grpSpPr>
        <a:xfrm>
          <a:off x="0" y="0"/>
          <a:ext cx="0" cy="0"/>
          <a:chOff x="0" y="0"/>
          <a:chExt cx="0" cy="0"/>
        </a:xfrm>
      </p:grpSpPr>
      <p:sp>
        <p:nvSpPr>
          <p:cNvPr id="15" name="Titel 14">
            <a:extLst>
              <a:ext uri="{FF2B5EF4-FFF2-40B4-BE49-F238E27FC236}">
                <a16:creationId xmlns:a16="http://schemas.microsoft.com/office/drawing/2014/main" id="{D0727A05-0C1A-4583-AE41-BB5812D3F68A}"/>
              </a:ext>
            </a:extLst>
          </p:cNvPr>
          <p:cNvSpPr>
            <a:spLocks noGrp="1"/>
          </p:cNvSpPr>
          <p:nvPr>
            <p:ph type="title"/>
          </p:nvPr>
        </p:nvSpPr>
        <p:spPr/>
        <p:txBody>
          <a:bodyPr/>
          <a:lstStyle/>
          <a:p>
            <a:r>
              <a:rPr lang="de-DE" dirty="0"/>
              <a:t>Mastertitelformat bearbeiten</a:t>
            </a:r>
            <a:endParaRPr lang="en-GB" dirty="0"/>
          </a:p>
        </p:txBody>
      </p:sp>
      <p:sp>
        <p:nvSpPr>
          <p:cNvPr id="16" name="Textplatzhalter 7">
            <a:extLst>
              <a:ext uri="{FF2B5EF4-FFF2-40B4-BE49-F238E27FC236}">
                <a16:creationId xmlns:a16="http://schemas.microsoft.com/office/drawing/2014/main" id="{0DBE4A7F-2625-4844-8794-CF87BAE82F32}"/>
              </a:ext>
            </a:extLst>
          </p:cNvPr>
          <p:cNvSpPr>
            <a:spLocks noGrp="1"/>
          </p:cNvSpPr>
          <p:nvPr>
            <p:ph type="body" sz="quarter" idx="13" hasCustomPrompt="1"/>
          </p:nvPr>
        </p:nvSpPr>
        <p:spPr>
          <a:xfrm>
            <a:off x="468000" y="576000"/>
            <a:ext cx="8244200" cy="277200"/>
          </a:xfrm>
        </p:spPr>
        <p:txBody>
          <a:bodyPr lIns="0" tIns="0" rIns="0" bIns="0"/>
          <a:lstStyle>
            <a:lvl1pPr marL="0" indent="0">
              <a:buNone/>
              <a:defRPr sz="1800" baseline="0"/>
            </a:lvl1pPr>
          </a:lstStyle>
          <a:p>
            <a:pPr lvl="0"/>
            <a:r>
              <a:rPr lang="de-DE" dirty="0"/>
              <a:t>Untertitel durch Klicken bearbeiten</a:t>
            </a:r>
          </a:p>
        </p:txBody>
      </p:sp>
      <p:sp>
        <p:nvSpPr>
          <p:cNvPr id="3" name="Content Placeholder 2"/>
          <p:cNvSpPr>
            <a:spLocks noGrp="1"/>
          </p:cNvSpPr>
          <p:nvPr>
            <p:ph idx="1"/>
          </p:nvPr>
        </p:nvSpPr>
        <p:spPr>
          <a:xfrm>
            <a:off x="468316" y="1008000"/>
            <a:ext cx="8243887" cy="3706384"/>
          </a:xfrm>
        </p:spPr>
        <p:txBody>
          <a:body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Datumsplatzhalter 1">
            <a:extLst>
              <a:ext uri="{FF2B5EF4-FFF2-40B4-BE49-F238E27FC236}">
                <a16:creationId xmlns:a16="http://schemas.microsoft.com/office/drawing/2014/main" id="{6DE35B32-06B2-48EF-A04A-BC3F5F4173B3}"/>
              </a:ext>
              <a:ext uri="{C183D7F6-B498-43B3-948B-1728B52AA6E4}">
                <adec:decorative xmlns:adec="http://schemas.microsoft.com/office/drawing/2017/decorative" val="1"/>
              </a:ext>
            </a:extLst>
          </p:cNvPr>
          <p:cNvSpPr>
            <a:spLocks noGrp="1"/>
          </p:cNvSpPr>
          <p:nvPr>
            <p:ph type="dt" sz="half" idx="14"/>
          </p:nvPr>
        </p:nvSpPr>
        <p:spPr/>
        <p:txBody>
          <a:bodyPr/>
          <a:lstStyle/>
          <a:p>
            <a:r>
              <a:rPr lang="de-DE"/>
              <a:t>08/20/2020</a:t>
            </a:r>
            <a:endParaRPr lang="en-US" dirty="0"/>
          </a:p>
        </p:txBody>
      </p:sp>
      <p:sp>
        <p:nvSpPr>
          <p:cNvPr id="7" name="Fußzeilenplatzhalter 6">
            <a:extLst>
              <a:ext uri="{FF2B5EF4-FFF2-40B4-BE49-F238E27FC236}">
                <a16:creationId xmlns:a16="http://schemas.microsoft.com/office/drawing/2014/main" id="{3A40F854-10E0-4E29-BF41-53A0539FC584}"/>
              </a:ext>
              <a:ext uri="{C183D7F6-B498-43B3-948B-1728B52AA6E4}">
                <adec:decorative xmlns:adec="http://schemas.microsoft.com/office/drawing/2017/decorative" val="1"/>
              </a:ext>
            </a:extLst>
          </p:cNvPr>
          <p:cNvSpPr>
            <a:spLocks noGrp="1"/>
          </p:cNvSpPr>
          <p:nvPr>
            <p:ph type="ftr" sz="quarter" idx="15"/>
          </p:nvPr>
        </p:nvSpPr>
        <p:spPr/>
        <p:txBody>
          <a:bodyPr/>
          <a:lstStyle/>
          <a:p>
            <a:r>
              <a:rPr lang="en-US"/>
              <a:t>University of Stuttgart</a:t>
            </a:r>
            <a:endParaRPr lang="en-US" dirty="0"/>
          </a:p>
        </p:txBody>
      </p:sp>
      <p:sp>
        <p:nvSpPr>
          <p:cNvPr id="8" name="Foliennummernplatzhalter 7">
            <a:extLst>
              <a:ext uri="{FF2B5EF4-FFF2-40B4-BE49-F238E27FC236}">
                <a16:creationId xmlns:a16="http://schemas.microsoft.com/office/drawing/2014/main" id="{575A3FC3-7E0C-4829-99EC-583BF5DA6743}"/>
              </a:ext>
              <a:ext uri="{C183D7F6-B498-43B3-948B-1728B52AA6E4}">
                <adec:decorative xmlns:adec="http://schemas.microsoft.com/office/drawing/2017/decorative" val="1"/>
              </a:ext>
            </a:extLst>
          </p:cNvPr>
          <p:cNvSpPr>
            <a:spLocks noGrp="1"/>
          </p:cNvSpPr>
          <p:nvPr>
            <p:ph type="sldNum" sz="quarter" idx="16"/>
          </p:nvPr>
        </p:nvSpPr>
        <p:spPr/>
        <p:txBody>
          <a:bodyPr/>
          <a:lstStyle/>
          <a:p>
            <a:fld id="{9E82CC3C-1DC0-4FDA-9590-6CC506AB67F8}" type="slidenum">
              <a:rPr lang="en-US" smtClean="0"/>
              <a:pPr/>
              <a:t>‹Nr.›</a:t>
            </a:fld>
            <a:endParaRPr lang="en-US" dirty="0"/>
          </a:p>
        </p:txBody>
      </p:sp>
    </p:spTree>
    <p:extLst>
      <p:ext uri="{BB962C8B-B14F-4D97-AF65-F5344CB8AC3E}">
        <p14:creationId xmlns:p14="http://schemas.microsoft.com/office/powerpoint/2010/main" val="30152840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reserve="1">
  <p:cSld name="Kapite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Freihandform: Form 8">
            <a:extLst>
              <a:ext uri="{FF2B5EF4-FFF2-40B4-BE49-F238E27FC236}">
                <a16:creationId xmlns:a16="http://schemas.microsoft.com/office/drawing/2014/main" id="{989E6229-E650-4C0F-8141-1787714FDDFC}"/>
              </a:ext>
              <a:ext uri="{C183D7F6-B498-43B3-948B-1728B52AA6E4}">
                <adec:decorative xmlns:adec="http://schemas.microsoft.com/office/drawing/2017/decorative" val="1"/>
              </a:ext>
            </a:extLst>
          </p:cNvPr>
          <p:cNvSpPr/>
          <p:nvPr userDrawn="1"/>
        </p:nvSpPr>
        <p:spPr>
          <a:xfrm>
            <a:off x="1279949" y="0"/>
            <a:ext cx="6543725" cy="3533140"/>
          </a:xfrm>
          <a:custGeom>
            <a:avLst/>
            <a:gdLst>
              <a:gd name="connsiteX0" fmla="*/ 10560 w 6543725"/>
              <a:gd name="connsiteY0" fmla="*/ 0 h 3533140"/>
              <a:gd name="connsiteX1" fmla="*/ 6533165 w 6543725"/>
              <a:gd name="connsiteY1" fmla="*/ 0 h 3533140"/>
              <a:gd name="connsiteX2" fmla="*/ 6543725 w 6543725"/>
              <a:gd name="connsiteY2" fmla="*/ 261277 h 3533140"/>
              <a:gd name="connsiteX3" fmla="*/ 6532879 w 6543725"/>
              <a:gd name="connsiteY3" fmla="*/ 529622 h 3533140"/>
              <a:gd name="connsiteX4" fmla="*/ 6500902 w 6543725"/>
              <a:gd name="connsiteY4" fmla="*/ 791992 h 3533140"/>
              <a:gd name="connsiteX5" fmla="*/ 6448637 w 6543725"/>
              <a:gd name="connsiteY5" fmla="*/ 1047546 h 3533140"/>
              <a:gd name="connsiteX6" fmla="*/ 6376924 w 6543725"/>
              <a:gd name="connsiteY6" fmla="*/ 1295442 h 3533140"/>
              <a:gd name="connsiteX7" fmla="*/ 6286607 w 6543725"/>
              <a:gd name="connsiteY7" fmla="*/ 1534837 h 3533140"/>
              <a:gd name="connsiteX8" fmla="*/ 6178527 w 6543725"/>
              <a:gd name="connsiteY8" fmla="*/ 1764890 h 3533140"/>
              <a:gd name="connsiteX9" fmla="*/ 6053527 w 6543725"/>
              <a:gd name="connsiteY9" fmla="*/ 1984758 h 3533140"/>
              <a:gd name="connsiteX10" fmla="*/ 5912448 w 6543725"/>
              <a:gd name="connsiteY10" fmla="*/ 2193600 h 3533140"/>
              <a:gd name="connsiteX11" fmla="*/ 5756132 w 6543725"/>
              <a:gd name="connsiteY11" fmla="*/ 2390573 h 3533140"/>
              <a:gd name="connsiteX12" fmla="*/ 5585421 w 6543725"/>
              <a:gd name="connsiteY12" fmla="*/ 2574836 h 3533140"/>
              <a:gd name="connsiteX13" fmla="*/ 5401159 w 6543725"/>
              <a:gd name="connsiteY13" fmla="*/ 2745547 h 3533140"/>
              <a:gd name="connsiteX14" fmla="*/ 5204185 w 6543725"/>
              <a:gd name="connsiteY14" fmla="*/ 2901862 h 3533140"/>
              <a:gd name="connsiteX15" fmla="*/ 4995343 w 6543725"/>
              <a:gd name="connsiteY15" fmla="*/ 3042941 h 3533140"/>
              <a:gd name="connsiteX16" fmla="*/ 4775475 w 6543725"/>
              <a:gd name="connsiteY16" fmla="*/ 3167942 h 3533140"/>
              <a:gd name="connsiteX17" fmla="*/ 4545422 w 6543725"/>
              <a:gd name="connsiteY17" fmla="*/ 3276022 h 3533140"/>
              <a:gd name="connsiteX18" fmla="*/ 4306027 w 6543725"/>
              <a:gd name="connsiteY18" fmla="*/ 3366339 h 3533140"/>
              <a:gd name="connsiteX19" fmla="*/ 4058131 w 6543725"/>
              <a:gd name="connsiteY19" fmla="*/ 3438051 h 3533140"/>
              <a:gd name="connsiteX20" fmla="*/ 3802577 w 6543725"/>
              <a:gd name="connsiteY20" fmla="*/ 3490317 h 3533140"/>
              <a:gd name="connsiteX21" fmla="*/ 3540207 w 6543725"/>
              <a:gd name="connsiteY21" fmla="*/ 3522294 h 3533140"/>
              <a:gd name="connsiteX22" fmla="*/ 3271862 w 6543725"/>
              <a:gd name="connsiteY22" fmla="*/ 3533140 h 3533140"/>
              <a:gd name="connsiteX23" fmla="*/ 3003520 w 6543725"/>
              <a:gd name="connsiteY23" fmla="*/ 3522294 h 3533140"/>
              <a:gd name="connsiteX24" fmla="*/ 2741151 w 6543725"/>
              <a:gd name="connsiteY24" fmla="*/ 3490317 h 3533140"/>
              <a:gd name="connsiteX25" fmla="*/ 2485598 w 6543725"/>
              <a:gd name="connsiteY25" fmla="*/ 3438051 h 3533140"/>
              <a:gd name="connsiteX26" fmla="*/ 2237703 w 6543725"/>
              <a:gd name="connsiteY26" fmla="*/ 3366339 h 3533140"/>
              <a:gd name="connsiteX27" fmla="*/ 1998308 w 6543725"/>
              <a:gd name="connsiteY27" fmla="*/ 3276022 h 3533140"/>
              <a:gd name="connsiteX28" fmla="*/ 1768256 w 6543725"/>
              <a:gd name="connsiteY28" fmla="*/ 3167942 h 3533140"/>
              <a:gd name="connsiteX29" fmla="*/ 1548387 w 6543725"/>
              <a:gd name="connsiteY29" fmla="*/ 3042941 h 3533140"/>
              <a:gd name="connsiteX30" fmla="*/ 1339545 w 6543725"/>
              <a:gd name="connsiteY30" fmla="*/ 2901862 h 3533140"/>
              <a:gd name="connsiteX31" fmla="*/ 1142571 w 6543725"/>
              <a:gd name="connsiteY31" fmla="*/ 2745547 h 3533140"/>
              <a:gd name="connsiteX32" fmla="*/ 958308 w 6543725"/>
              <a:gd name="connsiteY32" fmla="*/ 2574836 h 3533140"/>
              <a:gd name="connsiteX33" fmla="*/ 787597 w 6543725"/>
              <a:gd name="connsiteY33" fmla="*/ 2390573 h 3533140"/>
              <a:gd name="connsiteX34" fmla="*/ 631281 w 6543725"/>
              <a:gd name="connsiteY34" fmla="*/ 2193600 h 3533140"/>
              <a:gd name="connsiteX35" fmla="*/ 490201 w 6543725"/>
              <a:gd name="connsiteY35" fmla="*/ 1984758 h 3533140"/>
              <a:gd name="connsiteX36" fmla="*/ 365200 w 6543725"/>
              <a:gd name="connsiteY36" fmla="*/ 1764890 h 3533140"/>
              <a:gd name="connsiteX37" fmla="*/ 257120 w 6543725"/>
              <a:gd name="connsiteY37" fmla="*/ 1534837 h 3533140"/>
              <a:gd name="connsiteX38" fmla="*/ 166802 w 6543725"/>
              <a:gd name="connsiteY38" fmla="*/ 1295442 h 3533140"/>
              <a:gd name="connsiteX39" fmla="*/ 95089 w 6543725"/>
              <a:gd name="connsiteY39" fmla="*/ 1047546 h 3533140"/>
              <a:gd name="connsiteX40" fmla="*/ 42823 w 6543725"/>
              <a:gd name="connsiteY40" fmla="*/ 791992 h 3533140"/>
              <a:gd name="connsiteX41" fmla="*/ 10846 w 6543725"/>
              <a:gd name="connsiteY41" fmla="*/ 529622 h 3533140"/>
              <a:gd name="connsiteX42" fmla="*/ 0 w 6543725"/>
              <a:gd name="connsiteY42" fmla="*/ 261277 h 3533140"/>
              <a:gd name="connsiteX43" fmla="*/ 10560 w 6543725"/>
              <a:gd name="connsiteY43" fmla="*/ 0 h 3533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6543725" h="3533140">
                <a:moveTo>
                  <a:pt x="10560" y="0"/>
                </a:moveTo>
                <a:lnTo>
                  <a:pt x="6533165" y="0"/>
                </a:lnTo>
                <a:lnTo>
                  <a:pt x="6543725" y="261277"/>
                </a:lnTo>
                <a:lnTo>
                  <a:pt x="6532879" y="529622"/>
                </a:lnTo>
                <a:lnTo>
                  <a:pt x="6500902" y="791992"/>
                </a:lnTo>
                <a:lnTo>
                  <a:pt x="6448637" y="1047546"/>
                </a:lnTo>
                <a:lnTo>
                  <a:pt x="6376924" y="1295442"/>
                </a:lnTo>
                <a:lnTo>
                  <a:pt x="6286607" y="1534837"/>
                </a:lnTo>
                <a:lnTo>
                  <a:pt x="6178527" y="1764890"/>
                </a:lnTo>
                <a:lnTo>
                  <a:pt x="6053527" y="1984758"/>
                </a:lnTo>
                <a:lnTo>
                  <a:pt x="5912448" y="2193600"/>
                </a:lnTo>
                <a:lnTo>
                  <a:pt x="5756132" y="2390573"/>
                </a:lnTo>
                <a:lnTo>
                  <a:pt x="5585421" y="2574836"/>
                </a:lnTo>
                <a:lnTo>
                  <a:pt x="5401159" y="2745547"/>
                </a:lnTo>
                <a:lnTo>
                  <a:pt x="5204185" y="2901862"/>
                </a:lnTo>
                <a:lnTo>
                  <a:pt x="4995343" y="3042941"/>
                </a:lnTo>
                <a:lnTo>
                  <a:pt x="4775475" y="3167942"/>
                </a:lnTo>
                <a:lnTo>
                  <a:pt x="4545422" y="3276022"/>
                </a:lnTo>
                <a:lnTo>
                  <a:pt x="4306027" y="3366339"/>
                </a:lnTo>
                <a:lnTo>
                  <a:pt x="4058131" y="3438051"/>
                </a:lnTo>
                <a:lnTo>
                  <a:pt x="3802577" y="3490317"/>
                </a:lnTo>
                <a:lnTo>
                  <a:pt x="3540207" y="3522294"/>
                </a:lnTo>
                <a:lnTo>
                  <a:pt x="3271862" y="3533140"/>
                </a:lnTo>
                <a:lnTo>
                  <a:pt x="3003520" y="3522294"/>
                </a:lnTo>
                <a:lnTo>
                  <a:pt x="2741151" y="3490317"/>
                </a:lnTo>
                <a:lnTo>
                  <a:pt x="2485598" y="3438051"/>
                </a:lnTo>
                <a:lnTo>
                  <a:pt x="2237703" y="3366339"/>
                </a:lnTo>
                <a:lnTo>
                  <a:pt x="1998308" y="3276022"/>
                </a:lnTo>
                <a:lnTo>
                  <a:pt x="1768256" y="3167942"/>
                </a:lnTo>
                <a:lnTo>
                  <a:pt x="1548387" y="3042941"/>
                </a:lnTo>
                <a:lnTo>
                  <a:pt x="1339545" y="2901862"/>
                </a:lnTo>
                <a:lnTo>
                  <a:pt x="1142571" y="2745547"/>
                </a:lnTo>
                <a:lnTo>
                  <a:pt x="958308" y="2574836"/>
                </a:lnTo>
                <a:lnTo>
                  <a:pt x="787597" y="2390573"/>
                </a:lnTo>
                <a:lnTo>
                  <a:pt x="631281" y="2193600"/>
                </a:lnTo>
                <a:lnTo>
                  <a:pt x="490201" y="1984758"/>
                </a:lnTo>
                <a:lnTo>
                  <a:pt x="365200" y="1764890"/>
                </a:lnTo>
                <a:lnTo>
                  <a:pt x="257120" y="1534837"/>
                </a:lnTo>
                <a:lnTo>
                  <a:pt x="166802" y="1295442"/>
                </a:lnTo>
                <a:lnTo>
                  <a:pt x="95089" y="1047546"/>
                </a:lnTo>
                <a:lnTo>
                  <a:pt x="42823" y="791992"/>
                </a:lnTo>
                <a:lnTo>
                  <a:pt x="10846" y="529622"/>
                </a:lnTo>
                <a:lnTo>
                  <a:pt x="0" y="261277"/>
                </a:lnTo>
                <a:lnTo>
                  <a:pt x="1056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1600" dirty="0"/>
          </a:p>
        </p:txBody>
      </p:sp>
      <p:sp>
        <p:nvSpPr>
          <p:cNvPr id="3" name="Text Placeholder 2"/>
          <p:cNvSpPr>
            <a:spLocks noGrp="1"/>
          </p:cNvSpPr>
          <p:nvPr>
            <p:ph type="body" idx="1" hasCustomPrompt="1"/>
          </p:nvPr>
        </p:nvSpPr>
        <p:spPr>
          <a:xfrm>
            <a:off x="2492756" y="566845"/>
            <a:ext cx="4118110" cy="199439"/>
          </a:xfrm>
        </p:spPr>
        <p:txBody>
          <a:bodyPr>
            <a:noAutofit/>
          </a:bodyPr>
          <a:lstStyle>
            <a:lvl1pPr marL="0" indent="0">
              <a:buNone/>
              <a:defRPr sz="1200" baseline="0">
                <a:solidFill>
                  <a:schemeClr val="tx1"/>
                </a:solidFill>
              </a:defRPr>
            </a:lvl1pPr>
            <a:lvl2pPr marL="342897" indent="0">
              <a:buNone/>
              <a:defRPr sz="1500">
                <a:solidFill>
                  <a:schemeClr val="tx1">
                    <a:tint val="75000"/>
                  </a:schemeClr>
                </a:solidFill>
              </a:defRPr>
            </a:lvl2pPr>
            <a:lvl3pPr marL="685793" indent="0">
              <a:buNone/>
              <a:defRPr sz="1350">
                <a:solidFill>
                  <a:schemeClr val="tx1">
                    <a:tint val="75000"/>
                  </a:schemeClr>
                </a:solidFill>
              </a:defRPr>
            </a:lvl3pPr>
            <a:lvl4pPr marL="1028690" indent="0">
              <a:buNone/>
              <a:defRPr sz="1200">
                <a:solidFill>
                  <a:schemeClr val="tx1">
                    <a:tint val="75000"/>
                  </a:schemeClr>
                </a:solidFill>
              </a:defRPr>
            </a:lvl4pPr>
            <a:lvl5pPr marL="1371586" indent="0">
              <a:buNone/>
              <a:defRPr sz="1200">
                <a:solidFill>
                  <a:schemeClr val="tx1">
                    <a:tint val="75000"/>
                  </a:schemeClr>
                </a:solidFill>
              </a:defRPr>
            </a:lvl5pPr>
            <a:lvl6pPr marL="1714483" indent="0">
              <a:buNone/>
              <a:defRPr sz="1200">
                <a:solidFill>
                  <a:schemeClr val="tx1">
                    <a:tint val="75000"/>
                  </a:schemeClr>
                </a:solidFill>
              </a:defRPr>
            </a:lvl6pPr>
            <a:lvl7pPr marL="2057379" indent="0">
              <a:buNone/>
              <a:defRPr sz="1200">
                <a:solidFill>
                  <a:schemeClr val="tx1">
                    <a:tint val="75000"/>
                  </a:schemeClr>
                </a:solidFill>
              </a:defRPr>
            </a:lvl7pPr>
            <a:lvl8pPr marL="2400276" indent="0">
              <a:buNone/>
              <a:defRPr sz="1200">
                <a:solidFill>
                  <a:schemeClr val="tx1">
                    <a:tint val="75000"/>
                  </a:schemeClr>
                </a:solidFill>
              </a:defRPr>
            </a:lvl8pPr>
            <a:lvl9pPr marL="2743173" indent="0">
              <a:buNone/>
              <a:defRPr sz="1200">
                <a:solidFill>
                  <a:schemeClr val="tx1">
                    <a:tint val="75000"/>
                  </a:schemeClr>
                </a:solidFill>
              </a:defRPr>
            </a:lvl9pPr>
          </a:lstStyle>
          <a:p>
            <a:pPr lvl="0"/>
            <a:r>
              <a:rPr lang="de-DE" dirty="0"/>
              <a:t>Kapitel</a:t>
            </a:r>
          </a:p>
        </p:txBody>
      </p:sp>
      <p:sp>
        <p:nvSpPr>
          <p:cNvPr id="2" name="Title 1"/>
          <p:cNvSpPr>
            <a:spLocks noGrp="1"/>
          </p:cNvSpPr>
          <p:nvPr>
            <p:ph type="title"/>
          </p:nvPr>
        </p:nvSpPr>
        <p:spPr>
          <a:xfrm>
            <a:off x="2492756" y="809999"/>
            <a:ext cx="4118110" cy="1853687"/>
          </a:xfrm>
          <a:prstGeom prst="rect">
            <a:avLst/>
          </a:prstGeom>
        </p:spPr>
        <p:txBody>
          <a:bodyPr anchor="t" anchorCtr="0"/>
          <a:lstStyle>
            <a:lvl1pPr>
              <a:defRPr sz="3200"/>
            </a:lvl1pPr>
          </a:lstStyle>
          <a:p>
            <a:r>
              <a:rPr lang="de-DE" dirty="0"/>
              <a:t>Titelmasterformat durch Klicken bearbeiten</a:t>
            </a:r>
          </a:p>
        </p:txBody>
      </p:sp>
    </p:spTree>
    <p:extLst>
      <p:ext uri="{BB962C8B-B14F-4D97-AF65-F5344CB8AC3E}">
        <p14:creationId xmlns:p14="http://schemas.microsoft.com/office/powerpoint/2010/main" val="27107618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secHead" preserve="1">
  <p:cSld name="Unterkapitel">
    <p:bg>
      <p:bgPr>
        <a:solidFill>
          <a:schemeClr val="tx1"/>
        </a:solidFill>
        <a:effectLst/>
      </p:bgPr>
    </p:bg>
    <p:spTree>
      <p:nvGrpSpPr>
        <p:cNvPr id="1" name=""/>
        <p:cNvGrpSpPr/>
        <p:nvPr/>
      </p:nvGrpSpPr>
      <p:grpSpPr>
        <a:xfrm>
          <a:off x="0" y="0"/>
          <a:ext cx="0" cy="0"/>
          <a:chOff x="0" y="0"/>
          <a:chExt cx="0" cy="0"/>
        </a:xfrm>
      </p:grpSpPr>
      <p:sp>
        <p:nvSpPr>
          <p:cNvPr id="3" name="Text Placeholder 2"/>
          <p:cNvSpPr>
            <a:spLocks noGrp="1"/>
          </p:cNvSpPr>
          <p:nvPr>
            <p:ph type="body" idx="1" hasCustomPrompt="1"/>
          </p:nvPr>
        </p:nvSpPr>
        <p:spPr>
          <a:xfrm>
            <a:off x="2422803" y="1749602"/>
            <a:ext cx="3026729" cy="199439"/>
          </a:xfrm>
        </p:spPr>
        <p:txBody>
          <a:bodyPr>
            <a:noAutofit/>
          </a:bodyPr>
          <a:lstStyle>
            <a:lvl1pPr marL="0" indent="0">
              <a:buNone/>
              <a:defRPr sz="1200" baseline="0">
                <a:solidFill>
                  <a:schemeClr val="bg1"/>
                </a:solidFill>
              </a:defRPr>
            </a:lvl1pPr>
            <a:lvl2pPr marL="342897" indent="0">
              <a:buNone/>
              <a:defRPr sz="1500">
                <a:solidFill>
                  <a:schemeClr val="tx1">
                    <a:tint val="75000"/>
                  </a:schemeClr>
                </a:solidFill>
              </a:defRPr>
            </a:lvl2pPr>
            <a:lvl3pPr marL="685793" indent="0">
              <a:buNone/>
              <a:defRPr sz="1350">
                <a:solidFill>
                  <a:schemeClr val="tx1">
                    <a:tint val="75000"/>
                  </a:schemeClr>
                </a:solidFill>
              </a:defRPr>
            </a:lvl3pPr>
            <a:lvl4pPr marL="1028690" indent="0">
              <a:buNone/>
              <a:defRPr sz="1200">
                <a:solidFill>
                  <a:schemeClr val="tx1">
                    <a:tint val="75000"/>
                  </a:schemeClr>
                </a:solidFill>
              </a:defRPr>
            </a:lvl4pPr>
            <a:lvl5pPr marL="1371586" indent="0">
              <a:buNone/>
              <a:defRPr sz="1200">
                <a:solidFill>
                  <a:schemeClr val="tx1">
                    <a:tint val="75000"/>
                  </a:schemeClr>
                </a:solidFill>
              </a:defRPr>
            </a:lvl5pPr>
            <a:lvl6pPr marL="1714483" indent="0">
              <a:buNone/>
              <a:defRPr sz="1200">
                <a:solidFill>
                  <a:schemeClr val="tx1">
                    <a:tint val="75000"/>
                  </a:schemeClr>
                </a:solidFill>
              </a:defRPr>
            </a:lvl6pPr>
            <a:lvl7pPr marL="2057379" indent="0">
              <a:buNone/>
              <a:defRPr sz="1200">
                <a:solidFill>
                  <a:schemeClr val="tx1">
                    <a:tint val="75000"/>
                  </a:schemeClr>
                </a:solidFill>
              </a:defRPr>
            </a:lvl7pPr>
            <a:lvl8pPr marL="2400276" indent="0">
              <a:buNone/>
              <a:defRPr sz="1200">
                <a:solidFill>
                  <a:schemeClr val="tx1">
                    <a:tint val="75000"/>
                  </a:schemeClr>
                </a:solidFill>
              </a:defRPr>
            </a:lvl8pPr>
            <a:lvl9pPr marL="2743173" indent="0">
              <a:buNone/>
              <a:defRPr sz="1200">
                <a:solidFill>
                  <a:schemeClr val="tx1">
                    <a:tint val="75000"/>
                  </a:schemeClr>
                </a:solidFill>
              </a:defRPr>
            </a:lvl9pPr>
          </a:lstStyle>
          <a:p>
            <a:pPr lvl="0"/>
            <a:r>
              <a:rPr lang="de-DE" dirty="0"/>
              <a:t>Unterkapitel</a:t>
            </a:r>
          </a:p>
        </p:txBody>
      </p:sp>
      <p:sp>
        <p:nvSpPr>
          <p:cNvPr id="2" name="Title 1"/>
          <p:cNvSpPr>
            <a:spLocks noGrp="1"/>
          </p:cNvSpPr>
          <p:nvPr>
            <p:ph type="title"/>
          </p:nvPr>
        </p:nvSpPr>
        <p:spPr>
          <a:xfrm>
            <a:off x="2422802" y="2025000"/>
            <a:ext cx="5526581" cy="810000"/>
          </a:xfrm>
          <a:prstGeom prst="rect">
            <a:avLst/>
          </a:prstGeom>
        </p:spPr>
        <p:txBody>
          <a:bodyPr anchor="t" anchorCtr="0"/>
          <a:lstStyle>
            <a:lvl1pPr>
              <a:defRPr sz="3200">
                <a:solidFill>
                  <a:schemeClr val="bg1"/>
                </a:solidFill>
              </a:defRPr>
            </a:lvl1pPr>
          </a:lstStyle>
          <a:p>
            <a:r>
              <a:rPr lang="de-DE" dirty="0"/>
              <a:t>Titelmasterformat durch Klicken bearbeiten</a:t>
            </a:r>
          </a:p>
        </p:txBody>
      </p:sp>
    </p:spTree>
    <p:extLst>
      <p:ext uri="{BB962C8B-B14F-4D97-AF65-F5344CB8AC3E}">
        <p14:creationId xmlns:p14="http://schemas.microsoft.com/office/powerpoint/2010/main" val="3178261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Layout">
    <p:spTree>
      <p:nvGrpSpPr>
        <p:cNvPr id="1" name=""/>
        <p:cNvGrpSpPr/>
        <p:nvPr/>
      </p:nvGrpSpPr>
      <p:grpSpPr>
        <a:xfrm>
          <a:off x="0" y="0"/>
          <a:ext cx="0" cy="0"/>
          <a:chOff x="0" y="0"/>
          <a:chExt cx="0" cy="0"/>
        </a:xfrm>
      </p:grpSpPr>
      <p:sp>
        <p:nvSpPr>
          <p:cNvPr id="10" name="Freihandform: Form 9">
            <a:extLst>
              <a:ext uri="{FF2B5EF4-FFF2-40B4-BE49-F238E27FC236}">
                <a16:creationId xmlns:a16="http://schemas.microsoft.com/office/drawing/2014/main" id="{15285CE5-013A-4554-99D3-E6E1B753071F}"/>
              </a:ext>
              <a:ext uri="{C183D7F6-B498-43B3-948B-1728B52AA6E4}">
                <adec:decorative xmlns:adec="http://schemas.microsoft.com/office/drawing/2017/decorative" val="1"/>
              </a:ext>
            </a:extLst>
          </p:cNvPr>
          <p:cNvSpPr/>
          <p:nvPr userDrawn="1"/>
        </p:nvSpPr>
        <p:spPr>
          <a:xfrm>
            <a:off x="329255" y="-1"/>
            <a:ext cx="7842289" cy="4234271"/>
          </a:xfrm>
          <a:custGeom>
            <a:avLst/>
            <a:gdLst>
              <a:gd name="connsiteX0" fmla="*/ 10560 w 6543725"/>
              <a:gd name="connsiteY0" fmla="*/ 0 h 3533140"/>
              <a:gd name="connsiteX1" fmla="*/ 6533165 w 6543725"/>
              <a:gd name="connsiteY1" fmla="*/ 0 h 3533140"/>
              <a:gd name="connsiteX2" fmla="*/ 6543725 w 6543725"/>
              <a:gd name="connsiteY2" fmla="*/ 261277 h 3533140"/>
              <a:gd name="connsiteX3" fmla="*/ 6532879 w 6543725"/>
              <a:gd name="connsiteY3" fmla="*/ 529622 h 3533140"/>
              <a:gd name="connsiteX4" fmla="*/ 6500902 w 6543725"/>
              <a:gd name="connsiteY4" fmla="*/ 791992 h 3533140"/>
              <a:gd name="connsiteX5" fmla="*/ 6448637 w 6543725"/>
              <a:gd name="connsiteY5" fmla="*/ 1047546 h 3533140"/>
              <a:gd name="connsiteX6" fmla="*/ 6376924 w 6543725"/>
              <a:gd name="connsiteY6" fmla="*/ 1295442 h 3533140"/>
              <a:gd name="connsiteX7" fmla="*/ 6286607 w 6543725"/>
              <a:gd name="connsiteY7" fmla="*/ 1534837 h 3533140"/>
              <a:gd name="connsiteX8" fmla="*/ 6178527 w 6543725"/>
              <a:gd name="connsiteY8" fmla="*/ 1764890 h 3533140"/>
              <a:gd name="connsiteX9" fmla="*/ 6053527 w 6543725"/>
              <a:gd name="connsiteY9" fmla="*/ 1984758 h 3533140"/>
              <a:gd name="connsiteX10" fmla="*/ 5912448 w 6543725"/>
              <a:gd name="connsiteY10" fmla="*/ 2193600 h 3533140"/>
              <a:gd name="connsiteX11" fmla="*/ 5756132 w 6543725"/>
              <a:gd name="connsiteY11" fmla="*/ 2390573 h 3533140"/>
              <a:gd name="connsiteX12" fmla="*/ 5585421 w 6543725"/>
              <a:gd name="connsiteY12" fmla="*/ 2574836 h 3533140"/>
              <a:gd name="connsiteX13" fmla="*/ 5401159 w 6543725"/>
              <a:gd name="connsiteY13" fmla="*/ 2745547 h 3533140"/>
              <a:gd name="connsiteX14" fmla="*/ 5204185 w 6543725"/>
              <a:gd name="connsiteY14" fmla="*/ 2901862 h 3533140"/>
              <a:gd name="connsiteX15" fmla="*/ 4995343 w 6543725"/>
              <a:gd name="connsiteY15" fmla="*/ 3042941 h 3533140"/>
              <a:gd name="connsiteX16" fmla="*/ 4775475 w 6543725"/>
              <a:gd name="connsiteY16" fmla="*/ 3167942 h 3533140"/>
              <a:gd name="connsiteX17" fmla="*/ 4545422 w 6543725"/>
              <a:gd name="connsiteY17" fmla="*/ 3276022 h 3533140"/>
              <a:gd name="connsiteX18" fmla="*/ 4306027 w 6543725"/>
              <a:gd name="connsiteY18" fmla="*/ 3366339 h 3533140"/>
              <a:gd name="connsiteX19" fmla="*/ 4058131 w 6543725"/>
              <a:gd name="connsiteY19" fmla="*/ 3438051 h 3533140"/>
              <a:gd name="connsiteX20" fmla="*/ 3802577 w 6543725"/>
              <a:gd name="connsiteY20" fmla="*/ 3490317 h 3533140"/>
              <a:gd name="connsiteX21" fmla="*/ 3540207 w 6543725"/>
              <a:gd name="connsiteY21" fmla="*/ 3522294 h 3533140"/>
              <a:gd name="connsiteX22" fmla="*/ 3271862 w 6543725"/>
              <a:gd name="connsiteY22" fmla="*/ 3533140 h 3533140"/>
              <a:gd name="connsiteX23" fmla="*/ 3003520 w 6543725"/>
              <a:gd name="connsiteY23" fmla="*/ 3522294 h 3533140"/>
              <a:gd name="connsiteX24" fmla="*/ 2741151 w 6543725"/>
              <a:gd name="connsiteY24" fmla="*/ 3490317 h 3533140"/>
              <a:gd name="connsiteX25" fmla="*/ 2485598 w 6543725"/>
              <a:gd name="connsiteY25" fmla="*/ 3438051 h 3533140"/>
              <a:gd name="connsiteX26" fmla="*/ 2237703 w 6543725"/>
              <a:gd name="connsiteY26" fmla="*/ 3366339 h 3533140"/>
              <a:gd name="connsiteX27" fmla="*/ 1998308 w 6543725"/>
              <a:gd name="connsiteY27" fmla="*/ 3276022 h 3533140"/>
              <a:gd name="connsiteX28" fmla="*/ 1768256 w 6543725"/>
              <a:gd name="connsiteY28" fmla="*/ 3167942 h 3533140"/>
              <a:gd name="connsiteX29" fmla="*/ 1548387 w 6543725"/>
              <a:gd name="connsiteY29" fmla="*/ 3042941 h 3533140"/>
              <a:gd name="connsiteX30" fmla="*/ 1339545 w 6543725"/>
              <a:gd name="connsiteY30" fmla="*/ 2901862 h 3533140"/>
              <a:gd name="connsiteX31" fmla="*/ 1142571 w 6543725"/>
              <a:gd name="connsiteY31" fmla="*/ 2745547 h 3533140"/>
              <a:gd name="connsiteX32" fmla="*/ 958308 w 6543725"/>
              <a:gd name="connsiteY32" fmla="*/ 2574836 h 3533140"/>
              <a:gd name="connsiteX33" fmla="*/ 787597 w 6543725"/>
              <a:gd name="connsiteY33" fmla="*/ 2390573 h 3533140"/>
              <a:gd name="connsiteX34" fmla="*/ 631281 w 6543725"/>
              <a:gd name="connsiteY34" fmla="*/ 2193600 h 3533140"/>
              <a:gd name="connsiteX35" fmla="*/ 490201 w 6543725"/>
              <a:gd name="connsiteY35" fmla="*/ 1984758 h 3533140"/>
              <a:gd name="connsiteX36" fmla="*/ 365200 w 6543725"/>
              <a:gd name="connsiteY36" fmla="*/ 1764890 h 3533140"/>
              <a:gd name="connsiteX37" fmla="*/ 257120 w 6543725"/>
              <a:gd name="connsiteY37" fmla="*/ 1534837 h 3533140"/>
              <a:gd name="connsiteX38" fmla="*/ 166802 w 6543725"/>
              <a:gd name="connsiteY38" fmla="*/ 1295442 h 3533140"/>
              <a:gd name="connsiteX39" fmla="*/ 95089 w 6543725"/>
              <a:gd name="connsiteY39" fmla="*/ 1047546 h 3533140"/>
              <a:gd name="connsiteX40" fmla="*/ 42823 w 6543725"/>
              <a:gd name="connsiteY40" fmla="*/ 791992 h 3533140"/>
              <a:gd name="connsiteX41" fmla="*/ 10846 w 6543725"/>
              <a:gd name="connsiteY41" fmla="*/ 529622 h 3533140"/>
              <a:gd name="connsiteX42" fmla="*/ 0 w 6543725"/>
              <a:gd name="connsiteY42" fmla="*/ 261277 h 3533140"/>
              <a:gd name="connsiteX43" fmla="*/ 10560 w 6543725"/>
              <a:gd name="connsiteY43" fmla="*/ 0 h 3533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6543725" h="3533140">
                <a:moveTo>
                  <a:pt x="10560" y="0"/>
                </a:moveTo>
                <a:lnTo>
                  <a:pt x="6533165" y="0"/>
                </a:lnTo>
                <a:lnTo>
                  <a:pt x="6543725" y="261277"/>
                </a:lnTo>
                <a:lnTo>
                  <a:pt x="6532879" y="529622"/>
                </a:lnTo>
                <a:lnTo>
                  <a:pt x="6500902" y="791992"/>
                </a:lnTo>
                <a:lnTo>
                  <a:pt x="6448637" y="1047546"/>
                </a:lnTo>
                <a:lnTo>
                  <a:pt x="6376924" y="1295442"/>
                </a:lnTo>
                <a:lnTo>
                  <a:pt x="6286607" y="1534837"/>
                </a:lnTo>
                <a:lnTo>
                  <a:pt x="6178527" y="1764890"/>
                </a:lnTo>
                <a:lnTo>
                  <a:pt x="6053527" y="1984758"/>
                </a:lnTo>
                <a:lnTo>
                  <a:pt x="5912448" y="2193600"/>
                </a:lnTo>
                <a:lnTo>
                  <a:pt x="5756132" y="2390573"/>
                </a:lnTo>
                <a:lnTo>
                  <a:pt x="5585421" y="2574836"/>
                </a:lnTo>
                <a:lnTo>
                  <a:pt x="5401159" y="2745547"/>
                </a:lnTo>
                <a:lnTo>
                  <a:pt x="5204185" y="2901862"/>
                </a:lnTo>
                <a:lnTo>
                  <a:pt x="4995343" y="3042941"/>
                </a:lnTo>
                <a:lnTo>
                  <a:pt x="4775475" y="3167942"/>
                </a:lnTo>
                <a:lnTo>
                  <a:pt x="4545422" y="3276022"/>
                </a:lnTo>
                <a:lnTo>
                  <a:pt x="4306027" y="3366339"/>
                </a:lnTo>
                <a:lnTo>
                  <a:pt x="4058131" y="3438051"/>
                </a:lnTo>
                <a:lnTo>
                  <a:pt x="3802577" y="3490317"/>
                </a:lnTo>
                <a:lnTo>
                  <a:pt x="3540207" y="3522294"/>
                </a:lnTo>
                <a:lnTo>
                  <a:pt x="3271862" y="3533140"/>
                </a:lnTo>
                <a:lnTo>
                  <a:pt x="3003520" y="3522294"/>
                </a:lnTo>
                <a:lnTo>
                  <a:pt x="2741151" y="3490317"/>
                </a:lnTo>
                <a:lnTo>
                  <a:pt x="2485598" y="3438051"/>
                </a:lnTo>
                <a:lnTo>
                  <a:pt x="2237703" y="3366339"/>
                </a:lnTo>
                <a:lnTo>
                  <a:pt x="1998308" y="3276022"/>
                </a:lnTo>
                <a:lnTo>
                  <a:pt x="1768256" y="3167942"/>
                </a:lnTo>
                <a:lnTo>
                  <a:pt x="1548387" y="3042941"/>
                </a:lnTo>
                <a:lnTo>
                  <a:pt x="1339545" y="2901862"/>
                </a:lnTo>
                <a:lnTo>
                  <a:pt x="1142571" y="2745547"/>
                </a:lnTo>
                <a:lnTo>
                  <a:pt x="958308" y="2574836"/>
                </a:lnTo>
                <a:lnTo>
                  <a:pt x="787597" y="2390573"/>
                </a:lnTo>
                <a:lnTo>
                  <a:pt x="631281" y="2193600"/>
                </a:lnTo>
                <a:lnTo>
                  <a:pt x="490201" y="1984758"/>
                </a:lnTo>
                <a:lnTo>
                  <a:pt x="365200" y="1764890"/>
                </a:lnTo>
                <a:lnTo>
                  <a:pt x="257120" y="1534837"/>
                </a:lnTo>
                <a:lnTo>
                  <a:pt x="166802" y="1295442"/>
                </a:lnTo>
                <a:lnTo>
                  <a:pt x="95089" y="1047546"/>
                </a:lnTo>
                <a:lnTo>
                  <a:pt x="42823" y="791992"/>
                </a:lnTo>
                <a:lnTo>
                  <a:pt x="10846" y="529622"/>
                </a:lnTo>
                <a:lnTo>
                  <a:pt x="0" y="261277"/>
                </a:lnTo>
                <a:lnTo>
                  <a:pt x="1056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1600" dirty="0"/>
          </a:p>
        </p:txBody>
      </p:sp>
      <p:sp>
        <p:nvSpPr>
          <p:cNvPr id="6" name="object 3">
            <a:extLst>
              <a:ext uri="{C183D7F6-B498-43B3-948B-1728B52AA6E4}">
                <adec:decorative xmlns:adec="http://schemas.microsoft.com/office/drawing/2017/decorative" val="1"/>
              </a:ext>
            </a:extLst>
          </p:cNvPr>
          <p:cNvSpPr>
            <a:spLocks noChangeAspect="1"/>
          </p:cNvSpPr>
          <p:nvPr userDrawn="1"/>
        </p:nvSpPr>
        <p:spPr>
          <a:xfrm>
            <a:off x="5700215" y="2594272"/>
            <a:ext cx="2049145" cy="2048400"/>
          </a:xfrm>
          <a:custGeom>
            <a:avLst/>
            <a:gdLst/>
            <a:ahLst/>
            <a:cxnLst/>
            <a:rect l="l" t="t" r="r" b="b"/>
            <a:pathLst>
              <a:path w="2049145" h="2049145">
                <a:moveTo>
                  <a:pt x="1024432" y="0"/>
                </a:moveTo>
                <a:lnTo>
                  <a:pt x="940414" y="3395"/>
                </a:lnTo>
                <a:lnTo>
                  <a:pt x="858266" y="13407"/>
                </a:lnTo>
                <a:lnTo>
                  <a:pt x="778251" y="29772"/>
                </a:lnTo>
                <a:lnTo>
                  <a:pt x="700635" y="52225"/>
                </a:lnTo>
                <a:lnTo>
                  <a:pt x="625679" y="80504"/>
                </a:lnTo>
                <a:lnTo>
                  <a:pt x="553649" y="114344"/>
                </a:lnTo>
                <a:lnTo>
                  <a:pt x="484808" y="153482"/>
                </a:lnTo>
                <a:lnTo>
                  <a:pt x="419418" y="197654"/>
                </a:lnTo>
                <a:lnTo>
                  <a:pt x="357745" y="246597"/>
                </a:lnTo>
                <a:lnTo>
                  <a:pt x="300051" y="300047"/>
                </a:lnTo>
                <a:lnTo>
                  <a:pt x="246601" y="357740"/>
                </a:lnTo>
                <a:lnTo>
                  <a:pt x="197657" y="419413"/>
                </a:lnTo>
                <a:lnTo>
                  <a:pt x="153485" y="484802"/>
                </a:lnTo>
                <a:lnTo>
                  <a:pt x="114346" y="553644"/>
                </a:lnTo>
                <a:lnTo>
                  <a:pt x="80505" y="625674"/>
                </a:lnTo>
                <a:lnTo>
                  <a:pt x="52226" y="700630"/>
                </a:lnTo>
                <a:lnTo>
                  <a:pt x="29773" y="778247"/>
                </a:lnTo>
                <a:lnTo>
                  <a:pt x="13408" y="858262"/>
                </a:lnTo>
                <a:lnTo>
                  <a:pt x="3396" y="940412"/>
                </a:lnTo>
                <a:lnTo>
                  <a:pt x="0" y="1024432"/>
                </a:lnTo>
                <a:lnTo>
                  <a:pt x="3396" y="1108453"/>
                </a:lnTo>
                <a:lnTo>
                  <a:pt x="13408" y="1190602"/>
                </a:lnTo>
                <a:lnTo>
                  <a:pt x="29773" y="1270617"/>
                </a:lnTo>
                <a:lnTo>
                  <a:pt x="52226" y="1348235"/>
                </a:lnTo>
                <a:lnTo>
                  <a:pt x="80505" y="1423190"/>
                </a:lnTo>
                <a:lnTo>
                  <a:pt x="114346" y="1495221"/>
                </a:lnTo>
                <a:lnTo>
                  <a:pt x="153485" y="1564063"/>
                </a:lnTo>
                <a:lnTo>
                  <a:pt x="197657" y="1629452"/>
                </a:lnTo>
                <a:lnTo>
                  <a:pt x="246601" y="1691125"/>
                </a:lnTo>
                <a:lnTo>
                  <a:pt x="300051" y="1748818"/>
                </a:lnTo>
                <a:lnTo>
                  <a:pt x="357745" y="1802268"/>
                </a:lnTo>
                <a:lnTo>
                  <a:pt x="419418" y="1851211"/>
                </a:lnTo>
                <a:lnTo>
                  <a:pt x="484808" y="1895383"/>
                </a:lnTo>
                <a:lnTo>
                  <a:pt x="553649" y="1934521"/>
                </a:lnTo>
                <a:lnTo>
                  <a:pt x="625679" y="1968361"/>
                </a:lnTo>
                <a:lnTo>
                  <a:pt x="700635" y="1996639"/>
                </a:lnTo>
                <a:lnTo>
                  <a:pt x="778251" y="2019093"/>
                </a:lnTo>
                <a:lnTo>
                  <a:pt x="858266" y="2035457"/>
                </a:lnTo>
                <a:lnTo>
                  <a:pt x="940414" y="2045469"/>
                </a:lnTo>
                <a:lnTo>
                  <a:pt x="1024432" y="2048865"/>
                </a:lnTo>
                <a:lnTo>
                  <a:pt x="1108453" y="2045469"/>
                </a:lnTo>
                <a:lnTo>
                  <a:pt x="1190602" y="2035457"/>
                </a:lnTo>
                <a:lnTo>
                  <a:pt x="1270617" y="2019093"/>
                </a:lnTo>
                <a:lnTo>
                  <a:pt x="1348235" y="1996639"/>
                </a:lnTo>
                <a:lnTo>
                  <a:pt x="1423190" y="1968361"/>
                </a:lnTo>
                <a:lnTo>
                  <a:pt x="1495221" y="1934521"/>
                </a:lnTo>
                <a:lnTo>
                  <a:pt x="1564063" y="1895383"/>
                </a:lnTo>
                <a:lnTo>
                  <a:pt x="1629452" y="1851211"/>
                </a:lnTo>
                <a:lnTo>
                  <a:pt x="1691125" y="1802268"/>
                </a:lnTo>
                <a:lnTo>
                  <a:pt x="1748818" y="1748818"/>
                </a:lnTo>
                <a:lnTo>
                  <a:pt x="1802268" y="1691125"/>
                </a:lnTo>
                <a:lnTo>
                  <a:pt x="1851211" y="1629452"/>
                </a:lnTo>
                <a:lnTo>
                  <a:pt x="1895383" y="1564063"/>
                </a:lnTo>
                <a:lnTo>
                  <a:pt x="1934521" y="1495221"/>
                </a:lnTo>
                <a:lnTo>
                  <a:pt x="1968361" y="1423190"/>
                </a:lnTo>
                <a:lnTo>
                  <a:pt x="1996639" y="1348235"/>
                </a:lnTo>
                <a:lnTo>
                  <a:pt x="2019093" y="1270617"/>
                </a:lnTo>
                <a:lnTo>
                  <a:pt x="2035457" y="1190602"/>
                </a:lnTo>
                <a:lnTo>
                  <a:pt x="2045469" y="1108453"/>
                </a:lnTo>
                <a:lnTo>
                  <a:pt x="2048865" y="1024432"/>
                </a:lnTo>
                <a:lnTo>
                  <a:pt x="2045469" y="940412"/>
                </a:lnTo>
                <a:lnTo>
                  <a:pt x="2035457" y="858262"/>
                </a:lnTo>
                <a:lnTo>
                  <a:pt x="2019093" y="778247"/>
                </a:lnTo>
                <a:lnTo>
                  <a:pt x="1996639" y="700630"/>
                </a:lnTo>
                <a:lnTo>
                  <a:pt x="1968361" y="625674"/>
                </a:lnTo>
                <a:lnTo>
                  <a:pt x="1934521" y="553644"/>
                </a:lnTo>
                <a:lnTo>
                  <a:pt x="1895383" y="484802"/>
                </a:lnTo>
                <a:lnTo>
                  <a:pt x="1851211" y="419413"/>
                </a:lnTo>
                <a:lnTo>
                  <a:pt x="1802268" y="357740"/>
                </a:lnTo>
                <a:lnTo>
                  <a:pt x="1748818" y="300047"/>
                </a:lnTo>
                <a:lnTo>
                  <a:pt x="1691125" y="246597"/>
                </a:lnTo>
                <a:lnTo>
                  <a:pt x="1629452" y="197654"/>
                </a:lnTo>
                <a:lnTo>
                  <a:pt x="1564063" y="153482"/>
                </a:lnTo>
                <a:lnTo>
                  <a:pt x="1495221" y="114344"/>
                </a:lnTo>
                <a:lnTo>
                  <a:pt x="1423190" y="80504"/>
                </a:lnTo>
                <a:lnTo>
                  <a:pt x="1348235" y="52225"/>
                </a:lnTo>
                <a:lnTo>
                  <a:pt x="1270617" y="29772"/>
                </a:lnTo>
                <a:lnTo>
                  <a:pt x="1190602" y="13407"/>
                </a:lnTo>
                <a:lnTo>
                  <a:pt x="1108453" y="3395"/>
                </a:lnTo>
                <a:lnTo>
                  <a:pt x="1024432" y="0"/>
                </a:lnTo>
                <a:close/>
              </a:path>
            </a:pathLst>
          </a:custGeom>
          <a:solidFill>
            <a:srgbClr val="FFFFFF"/>
          </a:solidFill>
        </p:spPr>
        <p:txBody>
          <a:bodyPr wrap="square" lIns="0" tIns="0" rIns="0" bIns="0" rtlCol="0"/>
          <a:lstStyle/>
          <a:p>
            <a:endParaRPr lang="de-DE" sz="1404" dirty="0"/>
          </a:p>
        </p:txBody>
      </p:sp>
      <p:pic>
        <p:nvPicPr>
          <p:cNvPr id="8" name="Grafik 7">
            <a:extLst>
              <a:ext uri="{FF2B5EF4-FFF2-40B4-BE49-F238E27FC236}">
                <a16:creationId xmlns:a16="http://schemas.microsoft.com/office/drawing/2014/main" id="{0B21D629-C43C-4D84-9C1B-3D969EC17A69}"/>
              </a:ext>
              <a:ext uri="{C183D7F6-B498-43B3-948B-1728B52AA6E4}">
                <adec:decorative xmlns:adec="http://schemas.microsoft.com/office/drawing/2017/decorative" val="1"/>
              </a:ext>
            </a:extLst>
          </p:cNvPr>
          <p:cNvPicPr>
            <a:picLocks noChangeAspect="1"/>
          </p:cNvPicPr>
          <p:nvPr userDrawn="1"/>
        </p:nvPicPr>
        <p:blipFill rotWithShape="1">
          <a:blip r:embed="rId2"/>
          <a:srcRect l="36172" t="52913" r="38079" b="30629"/>
          <a:stretch/>
        </p:blipFill>
        <p:spPr>
          <a:xfrm>
            <a:off x="6038986" y="3139196"/>
            <a:ext cx="1234977" cy="973953"/>
          </a:xfrm>
          <a:prstGeom prst="rect">
            <a:avLst/>
          </a:prstGeom>
        </p:spPr>
      </p:pic>
      <p:sp>
        <p:nvSpPr>
          <p:cNvPr id="9" name="Textplatzhalter 8"/>
          <p:cNvSpPr>
            <a:spLocks noGrp="1"/>
          </p:cNvSpPr>
          <p:nvPr>
            <p:ph type="body" sz="quarter" idx="13" hasCustomPrompt="1"/>
          </p:nvPr>
        </p:nvSpPr>
        <p:spPr>
          <a:xfrm>
            <a:off x="1695600" y="646043"/>
            <a:ext cx="4834626" cy="1863405"/>
          </a:xfrm>
        </p:spPr>
        <p:txBody>
          <a:bodyPr anchor="b" anchorCtr="0"/>
          <a:lstStyle>
            <a:lvl1pPr marL="0" indent="0">
              <a:lnSpc>
                <a:spcPct val="90000"/>
              </a:lnSpc>
              <a:spcBef>
                <a:spcPts val="0"/>
              </a:spcBef>
              <a:buNone/>
              <a:defRPr sz="3200" b="1" baseline="0">
                <a:solidFill>
                  <a:schemeClr val="bg1"/>
                </a:solidFill>
              </a:defRPr>
            </a:lvl1pPr>
            <a:lvl2pPr>
              <a:defRPr sz="3400" b="1">
                <a:solidFill>
                  <a:schemeClr val="bg1"/>
                </a:solidFill>
              </a:defRPr>
            </a:lvl2pPr>
            <a:lvl3pPr>
              <a:defRPr sz="3400" b="1">
                <a:solidFill>
                  <a:schemeClr val="bg1"/>
                </a:solidFill>
              </a:defRPr>
            </a:lvl3pPr>
            <a:lvl4pPr>
              <a:defRPr sz="3400" b="1">
                <a:solidFill>
                  <a:schemeClr val="bg1"/>
                </a:solidFill>
              </a:defRPr>
            </a:lvl4pPr>
            <a:lvl5pPr>
              <a:defRPr sz="3400" b="1">
                <a:solidFill>
                  <a:schemeClr val="bg1"/>
                </a:solidFill>
              </a:defRPr>
            </a:lvl5pPr>
          </a:lstStyle>
          <a:p>
            <a:pPr lvl="0"/>
            <a:r>
              <a:rPr lang="de-DE" dirty="0"/>
              <a:t>Zitat durch Klicken hinzufügen</a:t>
            </a:r>
          </a:p>
        </p:txBody>
      </p:sp>
      <p:sp>
        <p:nvSpPr>
          <p:cNvPr id="11" name="Textplatzhalter 10"/>
          <p:cNvSpPr>
            <a:spLocks noGrp="1"/>
          </p:cNvSpPr>
          <p:nvPr>
            <p:ph type="body" sz="quarter" idx="14" hasCustomPrompt="1"/>
          </p:nvPr>
        </p:nvSpPr>
        <p:spPr>
          <a:xfrm>
            <a:off x="1695603" y="2721601"/>
            <a:ext cx="3805721" cy="417595"/>
          </a:xfrm>
        </p:spPr>
        <p:txBody>
          <a:bodyPr/>
          <a:lstStyle>
            <a:lvl1pPr marL="0" indent="0">
              <a:spcBef>
                <a:spcPts val="0"/>
              </a:spcBef>
              <a:buNone/>
              <a:defRPr sz="1200" b="1">
                <a:solidFill>
                  <a:schemeClr val="bg1"/>
                </a:solidFill>
              </a:defRPr>
            </a:lvl1pPr>
          </a:lstStyle>
          <a:p>
            <a:pPr lvl="0"/>
            <a:r>
              <a:rPr lang="de-DE" dirty="0"/>
              <a:t>Name</a:t>
            </a:r>
          </a:p>
        </p:txBody>
      </p:sp>
      <p:sp>
        <p:nvSpPr>
          <p:cNvPr id="5" name="Datumsplatzhalter 4">
            <a:extLst>
              <a:ext uri="{FF2B5EF4-FFF2-40B4-BE49-F238E27FC236}">
                <a16:creationId xmlns:a16="http://schemas.microsoft.com/office/drawing/2014/main" id="{B6086A93-C998-4DD4-907D-8C07509ABF98}"/>
              </a:ext>
              <a:ext uri="{C183D7F6-B498-43B3-948B-1728B52AA6E4}">
                <adec:decorative xmlns:adec="http://schemas.microsoft.com/office/drawing/2017/decorative" val="1"/>
              </a:ext>
            </a:extLst>
          </p:cNvPr>
          <p:cNvSpPr>
            <a:spLocks noGrp="1"/>
          </p:cNvSpPr>
          <p:nvPr>
            <p:ph type="dt" sz="half" idx="15"/>
          </p:nvPr>
        </p:nvSpPr>
        <p:spPr/>
        <p:txBody>
          <a:bodyPr/>
          <a:lstStyle/>
          <a:p>
            <a:r>
              <a:rPr lang="de-DE"/>
              <a:t>08/20/2020</a:t>
            </a:r>
            <a:endParaRPr lang="en-US" dirty="0"/>
          </a:p>
        </p:txBody>
      </p:sp>
      <p:sp>
        <p:nvSpPr>
          <p:cNvPr id="7" name="Fußzeilenplatzhalter 6">
            <a:extLst>
              <a:ext uri="{FF2B5EF4-FFF2-40B4-BE49-F238E27FC236}">
                <a16:creationId xmlns:a16="http://schemas.microsoft.com/office/drawing/2014/main" id="{422A565F-39ED-4357-84FF-EA09854AF259}"/>
              </a:ext>
              <a:ext uri="{C183D7F6-B498-43B3-948B-1728B52AA6E4}">
                <adec:decorative xmlns:adec="http://schemas.microsoft.com/office/drawing/2017/decorative" val="1"/>
              </a:ext>
            </a:extLst>
          </p:cNvPr>
          <p:cNvSpPr>
            <a:spLocks noGrp="1"/>
          </p:cNvSpPr>
          <p:nvPr>
            <p:ph type="ftr" sz="quarter" idx="16"/>
          </p:nvPr>
        </p:nvSpPr>
        <p:spPr/>
        <p:txBody>
          <a:bodyPr/>
          <a:lstStyle/>
          <a:p>
            <a:r>
              <a:rPr lang="en-US"/>
              <a:t>University of Stuttgart</a:t>
            </a:r>
            <a:endParaRPr lang="en-US" dirty="0"/>
          </a:p>
        </p:txBody>
      </p:sp>
      <p:sp>
        <p:nvSpPr>
          <p:cNvPr id="12" name="Foliennummernplatzhalter 11">
            <a:extLst>
              <a:ext uri="{FF2B5EF4-FFF2-40B4-BE49-F238E27FC236}">
                <a16:creationId xmlns:a16="http://schemas.microsoft.com/office/drawing/2014/main" id="{E5BB86C6-1C9A-466D-9CE1-51ACECEC4AA9}"/>
              </a:ext>
              <a:ext uri="{C183D7F6-B498-43B3-948B-1728B52AA6E4}">
                <adec:decorative xmlns:adec="http://schemas.microsoft.com/office/drawing/2017/decorative" val="1"/>
              </a:ext>
            </a:extLst>
          </p:cNvPr>
          <p:cNvSpPr>
            <a:spLocks noGrp="1"/>
          </p:cNvSpPr>
          <p:nvPr>
            <p:ph type="sldNum" sz="quarter" idx="17"/>
          </p:nvPr>
        </p:nvSpPr>
        <p:spPr/>
        <p:txBody>
          <a:bodyPr/>
          <a:lstStyle/>
          <a:p>
            <a:fld id="{9E82CC3C-1DC0-4FDA-9590-6CC506AB67F8}" type="slidenum">
              <a:rPr lang="en-US" smtClean="0"/>
              <a:pPr/>
              <a:t>‹Nr.›</a:t>
            </a:fld>
            <a:endParaRPr lang="en-US" dirty="0"/>
          </a:p>
        </p:txBody>
      </p:sp>
    </p:spTree>
    <p:extLst>
      <p:ext uri="{BB962C8B-B14F-4D97-AF65-F5344CB8AC3E}">
        <p14:creationId xmlns:p14="http://schemas.microsoft.com/office/powerpoint/2010/main" val="25493766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622D3E87-4D5E-42EE-BFAA-DEFADCE546B4}"/>
              </a:ext>
            </a:extLst>
          </p:cNvPr>
          <p:cNvSpPr>
            <a:spLocks noGrp="1"/>
          </p:cNvSpPr>
          <p:nvPr>
            <p:ph type="title"/>
          </p:nvPr>
        </p:nvSpPr>
        <p:spPr/>
        <p:txBody>
          <a:bodyPr/>
          <a:lstStyle/>
          <a:p>
            <a:r>
              <a:rPr lang="de-DE" dirty="0"/>
              <a:t>Mastertitelformat bearbeiten</a:t>
            </a:r>
            <a:endParaRPr lang="en-GB" dirty="0"/>
          </a:p>
        </p:txBody>
      </p:sp>
      <p:sp>
        <p:nvSpPr>
          <p:cNvPr id="10" name="Textplatzhalter 7">
            <a:extLst>
              <a:ext uri="{FF2B5EF4-FFF2-40B4-BE49-F238E27FC236}">
                <a16:creationId xmlns:a16="http://schemas.microsoft.com/office/drawing/2014/main" id="{5900F60D-1768-48E3-A1B5-14BBCB67FE0A}"/>
              </a:ext>
            </a:extLst>
          </p:cNvPr>
          <p:cNvSpPr>
            <a:spLocks noGrp="1"/>
          </p:cNvSpPr>
          <p:nvPr>
            <p:ph type="body" sz="quarter" idx="13" hasCustomPrompt="1"/>
          </p:nvPr>
        </p:nvSpPr>
        <p:spPr>
          <a:xfrm>
            <a:off x="468000" y="576000"/>
            <a:ext cx="8244200" cy="277200"/>
          </a:xfrm>
        </p:spPr>
        <p:txBody>
          <a:bodyPr lIns="0" tIns="0" rIns="0" bIns="0"/>
          <a:lstStyle>
            <a:lvl1pPr marL="0" indent="0">
              <a:buNone/>
              <a:defRPr sz="1800" baseline="0"/>
            </a:lvl1pPr>
          </a:lstStyle>
          <a:p>
            <a:pPr lvl="0"/>
            <a:r>
              <a:rPr lang="de-DE" dirty="0"/>
              <a:t>Untertitel durch Klicken bearbeiten</a:t>
            </a:r>
          </a:p>
        </p:txBody>
      </p:sp>
      <p:sp>
        <p:nvSpPr>
          <p:cNvPr id="3" name="Content Placeholder 2"/>
          <p:cNvSpPr>
            <a:spLocks noGrp="1"/>
          </p:cNvSpPr>
          <p:nvPr>
            <p:ph sz="half" idx="1"/>
          </p:nvPr>
        </p:nvSpPr>
        <p:spPr>
          <a:xfrm>
            <a:off x="468000" y="1008000"/>
            <a:ext cx="3960000" cy="3708000"/>
          </a:xfrm>
        </p:spPr>
        <p:txBody>
          <a:body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Content Placeholder 3"/>
          <p:cNvSpPr>
            <a:spLocks noGrp="1"/>
          </p:cNvSpPr>
          <p:nvPr>
            <p:ph sz="half" idx="2"/>
          </p:nvPr>
        </p:nvSpPr>
        <p:spPr>
          <a:xfrm>
            <a:off x="4752200" y="1008000"/>
            <a:ext cx="3960000" cy="3708000"/>
          </a:xfrm>
        </p:spPr>
        <p:txBody>
          <a:body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Datumsplatzhalter 1">
            <a:extLst>
              <a:ext uri="{FF2B5EF4-FFF2-40B4-BE49-F238E27FC236}">
                <a16:creationId xmlns:a16="http://schemas.microsoft.com/office/drawing/2014/main" id="{B26C1CE2-380C-47E9-8B35-F134CD44F6C6}"/>
              </a:ext>
              <a:ext uri="{C183D7F6-B498-43B3-948B-1728B52AA6E4}">
                <adec:decorative xmlns:adec="http://schemas.microsoft.com/office/drawing/2017/decorative" val="1"/>
              </a:ext>
            </a:extLst>
          </p:cNvPr>
          <p:cNvSpPr>
            <a:spLocks noGrp="1"/>
          </p:cNvSpPr>
          <p:nvPr>
            <p:ph type="dt" sz="half" idx="14"/>
          </p:nvPr>
        </p:nvSpPr>
        <p:spPr/>
        <p:txBody>
          <a:bodyPr/>
          <a:lstStyle/>
          <a:p>
            <a:r>
              <a:rPr lang="de-DE"/>
              <a:t>08/20/2020</a:t>
            </a:r>
            <a:endParaRPr lang="en-US" dirty="0"/>
          </a:p>
        </p:txBody>
      </p:sp>
      <p:sp>
        <p:nvSpPr>
          <p:cNvPr id="8" name="Fußzeilenplatzhalter 7">
            <a:extLst>
              <a:ext uri="{FF2B5EF4-FFF2-40B4-BE49-F238E27FC236}">
                <a16:creationId xmlns:a16="http://schemas.microsoft.com/office/drawing/2014/main" id="{9F59A20B-DB44-4B88-8F73-16D397003E7C}"/>
              </a:ext>
              <a:ext uri="{C183D7F6-B498-43B3-948B-1728B52AA6E4}">
                <adec:decorative xmlns:adec="http://schemas.microsoft.com/office/drawing/2017/decorative" val="1"/>
              </a:ext>
            </a:extLst>
          </p:cNvPr>
          <p:cNvSpPr>
            <a:spLocks noGrp="1"/>
          </p:cNvSpPr>
          <p:nvPr>
            <p:ph type="ftr" sz="quarter" idx="15"/>
          </p:nvPr>
        </p:nvSpPr>
        <p:spPr/>
        <p:txBody>
          <a:bodyPr/>
          <a:lstStyle/>
          <a:p>
            <a:r>
              <a:rPr lang="en-US"/>
              <a:t>University of Stuttgart</a:t>
            </a:r>
            <a:endParaRPr lang="en-US" dirty="0"/>
          </a:p>
        </p:txBody>
      </p:sp>
      <p:sp>
        <p:nvSpPr>
          <p:cNvPr id="11" name="Foliennummernplatzhalter 10">
            <a:extLst>
              <a:ext uri="{FF2B5EF4-FFF2-40B4-BE49-F238E27FC236}">
                <a16:creationId xmlns:a16="http://schemas.microsoft.com/office/drawing/2014/main" id="{32D1C785-1D2F-41C8-A2D0-E08EFC817535}"/>
              </a:ext>
              <a:ext uri="{C183D7F6-B498-43B3-948B-1728B52AA6E4}">
                <adec:decorative xmlns:adec="http://schemas.microsoft.com/office/drawing/2017/decorative" val="1"/>
              </a:ext>
            </a:extLst>
          </p:cNvPr>
          <p:cNvSpPr>
            <a:spLocks noGrp="1"/>
          </p:cNvSpPr>
          <p:nvPr>
            <p:ph type="sldNum" sz="quarter" idx="16"/>
          </p:nvPr>
        </p:nvSpPr>
        <p:spPr/>
        <p:txBody>
          <a:bodyPr/>
          <a:lstStyle/>
          <a:p>
            <a:fld id="{9E82CC3C-1DC0-4FDA-9590-6CC506AB67F8}" type="slidenum">
              <a:rPr lang="en-US" smtClean="0"/>
              <a:pPr/>
              <a:t>‹Nr.›</a:t>
            </a:fld>
            <a:endParaRPr lang="en-US" dirty="0"/>
          </a:p>
        </p:txBody>
      </p:sp>
    </p:spTree>
    <p:extLst>
      <p:ext uri="{BB962C8B-B14F-4D97-AF65-F5344CB8AC3E}">
        <p14:creationId xmlns:p14="http://schemas.microsoft.com/office/powerpoint/2010/main" val="192662420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5E59DF-9C98-443E-93E0-C25D5A93D369}"/>
              </a:ext>
            </a:extLst>
          </p:cNvPr>
          <p:cNvSpPr>
            <a:spLocks noGrp="1"/>
          </p:cNvSpPr>
          <p:nvPr>
            <p:ph type="title"/>
          </p:nvPr>
        </p:nvSpPr>
        <p:spPr/>
        <p:txBody>
          <a:bodyPr/>
          <a:lstStyle/>
          <a:p>
            <a:r>
              <a:rPr lang="de-DE"/>
              <a:t>Mastertitelformat bearbeiten</a:t>
            </a:r>
            <a:endParaRPr lang="en-GB"/>
          </a:p>
        </p:txBody>
      </p:sp>
      <p:sp>
        <p:nvSpPr>
          <p:cNvPr id="12" name="Textplatzhalter 7">
            <a:extLst>
              <a:ext uri="{FF2B5EF4-FFF2-40B4-BE49-F238E27FC236}">
                <a16:creationId xmlns:a16="http://schemas.microsoft.com/office/drawing/2014/main" id="{2FF756D6-45BE-4CA9-8D73-7DC21CF7EB0A}"/>
              </a:ext>
            </a:extLst>
          </p:cNvPr>
          <p:cNvSpPr>
            <a:spLocks noGrp="1"/>
          </p:cNvSpPr>
          <p:nvPr>
            <p:ph type="body" sz="quarter" idx="13" hasCustomPrompt="1"/>
          </p:nvPr>
        </p:nvSpPr>
        <p:spPr>
          <a:xfrm>
            <a:off x="468000" y="576000"/>
            <a:ext cx="8244200" cy="277200"/>
          </a:xfrm>
        </p:spPr>
        <p:txBody>
          <a:bodyPr lIns="0" tIns="0" rIns="0" bIns="0"/>
          <a:lstStyle>
            <a:lvl1pPr marL="0" indent="0">
              <a:buNone/>
              <a:defRPr sz="1800" baseline="0"/>
            </a:lvl1pPr>
          </a:lstStyle>
          <a:p>
            <a:pPr lvl="0"/>
            <a:r>
              <a:rPr lang="de-DE" dirty="0"/>
              <a:t>Untertitel durch Klicken bearbeiten</a:t>
            </a:r>
          </a:p>
        </p:txBody>
      </p:sp>
      <p:sp>
        <p:nvSpPr>
          <p:cNvPr id="3" name="Text Placeholder 2"/>
          <p:cNvSpPr>
            <a:spLocks noGrp="1"/>
          </p:cNvSpPr>
          <p:nvPr>
            <p:ph type="body" idx="1"/>
          </p:nvPr>
        </p:nvSpPr>
        <p:spPr>
          <a:xfrm>
            <a:off x="468000" y="1008000"/>
            <a:ext cx="3960000" cy="215233"/>
          </a:xfrm>
        </p:spPr>
        <p:txBody>
          <a:bodyPr anchor="b"/>
          <a:lstStyle>
            <a:lvl1pPr marL="0" indent="0">
              <a:buNone/>
              <a:defRPr sz="1400" b="0" cap="all" baseline="0">
                <a:solidFill>
                  <a:schemeClr val="accent1"/>
                </a:solidFill>
              </a:defRPr>
            </a:lvl1pPr>
            <a:lvl2pPr marL="342897" indent="0">
              <a:buNone/>
              <a:defRPr sz="1500" b="1"/>
            </a:lvl2pPr>
            <a:lvl3pPr marL="685793" indent="0">
              <a:buNone/>
              <a:defRPr sz="1350" b="1"/>
            </a:lvl3pPr>
            <a:lvl4pPr marL="1028690" indent="0">
              <a:buNone/>
              <a:defRPr sz="1200" b="1"/>
            </a:lvl4pPr>
            <a:lvl5pPr marL="1371586" indent="0">
              <a:buNone/>
              <a:defRPr sz="1200" b="1"/>
            </a:lvl5pPr>
            <a:lvl6pPr marL="1714483" indent="0">
              <a:buNone/>
              <a:defRPr sz="1200" b="1"/>
            </a:lvl6pPr>
            <a:lvl7pPr marL="2057379" indent="0">
              <a:buNone/>
              <a:defRPr sz="1200" b="1"/>
            </a:lvl7pPr>
            <a:lvl8pPr marL="2400276" indent="0">
              <a:buNone/>
              <a:defRPr sz="1200" b="1"/>
            </a:lvl8pPr>
            <a:lvl9pPr marL="2743173" indent="0">
              <a:buNone/>
              <a:defRPr sz="1200" b="1"/>
            </a:lvl9pPr>
          </a:lstStyle>
          <a:p>
            <a:pPr lvl="0"/>
            <a:r>
              <a:rPr lang="de-DE" dirty="0"/>
              <a:t>Textmasterformat bearbeiten</a:t>
            </a:r>
          </a:p>
        </p:txBody>
      </p:sp>
      <p:sp>
        <p:nvSpPr>
          <p:cNvPr id="4" name="Content Placeholder 3"/>
          <p:cNvSpPr>
            <a:spLocks noGrp="1"/>
          </p:cNvSpPr>
          <p:nvPr>
            <p:ph sz="half" idx="2"/>
          </p:nvPr>
        </p:nvSpPr>
        <p:spPr>
          <a:xfrm>
            <a:off x="468000" y="1296000"/>
            <a:ext cx="3960000" cy="3420000"/>
          </a:xfrm>
        </p:spPr>
        <p:txBody>
          <a:body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4" name="Text Placeholder 2"/>
          <p:cNvSpPr>
            <a:spLocks noGrp="1"/>
          </p:cNvSpPr>
          <p:nvPr>
            <p:ph type="body" idx="14"/>
          </p:nvPr>
        </p:nvSpPr>
        <p:spPr>
          <a:xfrm>
            <a:off x="4752200" y="1008000"/>
            <a:ext cx="3960000" cy="215233"/>
          </a:xfrm>
        </p:spPr>
        <p:txBody>
          <a:bodyPr anchor="b"/>
          <a:lstStyle>
            <a:lvl1pPr marL="0" indent="0">
              <a:buNone/>
              <a:defRPr sz="1400" b="0" cap="all" baseline="0">
                <a:solidFill>
                  <a:schemeClr val="accent1"/>
                </a:solidFill>
              </a:defRPr>
            </a:lvl1pPr>
            <a:lvl2pPr marL="342897" indent="0">
              <a:buNone/>
              <a:defRPr sz="1500" b="1"/>
            </a:lvl2pPr>
            <a:lvl3pPr marL="685793" indent="0">
              <a:buNone/>
              <a:defRPr sz="1350" b="1"/>
            </a:lvl3pPr>
            <a:lvl4pPr marL="1028690" indent="0">
              <a:buNone/>
              <a:defRPr sz="1200" b="1"/>
            </a:lvl4pPr>
            <a:lvl5pPr marL="1371586" indent="0">
              <a:buNone/>
              <a:defRPr sz="1200" b="1"/>
            </a:lvl5pPr>
            <a:lvl6pPr marL="1714483" indent="0">
              <a:buNone/>
              <a:defRPr sz="1200" b="1"/>
            </a:lvl6pPr>
            <a:lvl7pPr marL="2057379" indent="0">
              <a:buNone/>
              <a:defRPr sz="1200" b="1"/>
            </a:lvl7pPr>
            <a:lvl8pPr marL="2400276" indent="0">
              <a:buNone/>
              <a:defRPr sz="1200" b="1"/>
            </a:lvl8pPr>
            <a:lvl9pPr marL="2743173" indent="0">
              <a:buNone/>
              <a:defRPr sz="1200" b="1"/>
            </a:lvl9pPr>
          </a:lstStyle>
          <a:p>
            <a:pPr lvl="0"/>
            <a:r>
              <a:rPr lang="de-DE" dirty="0"/>
              <a:t>Textmasterformat bearbeiten</a:t>
            </a:r>
          </a:p>
        </p:txBody>
      </p:sp>
      <p:sp>
        <p:nvSpPr>
          <p:cNvPr id="15" name="Content Placeholder 3"/>
          <p:cNvSpPr>
            <a:spLocks noGrp="1"/>
          </p:cNvSpPr>
          <p:nvPr>
            <p:ph sz="half" idx="15"/>
          </p:nvPr>
        </p:nvSpPr>
        <p:spPr>
          <a:xfrm>
            <a:off x="4752200" y="1296000"/>
            <a:ext cx="3960000" cy="3420000"/>
          </a:xfrm>
        </p:spPr>
        <p:txBody>
          <a:body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Datumsplatzhalter 4">
            <a:extLst>
              <a:ext uri="{FF2B5EF4-FFF2-40B4-BE49-F238E27FC236}">
                <a16:creationId xmlns:a16="http://schemas.microsoft.com/office/drawing/2014/main" id="{E90AF344-C881-4077-8537-07C2F8DC9A74}"/>
              </a:ext>
              <a:ext uri="{C183D7F6-B498-43B3-948B-1728B52AA6E4}">
                <adec:decorative xmlns:adec="http://schemas.microsoft.com/office/drawing/2017/decorative" val="1"/>
              </a:ext>
            </a:extLst>
          </p:cNvPr>
          <p:cNvSpPr>
            <a:spLocks noGrp="1"/>
          </p:cNvSpPr>
          <p:nvPr>
            <p:ph type="dt" sz="half" idx="16"/>
          </p:nvPr>
        </p:nvSpPr>
        <p:spPr/>
        <p:txBody>
          <a:bodyPr/>
          <a:lstStyle/>
          <a:p>
            <a:r>
              <a:rPr lang="de-DE"/>
              <a:t>08/20/2020</a:t>
            </a:r>
            <a:endParaRPr lang="en-US" dirty="0"/>
          </a:p>
        </p:txBody>
      </p:sp>
      <p:sp>
        <p:nvSpPr>
          <p:cNvPr id="6" name="Fußzeilenplatzhalter 5">
            <a:extLst>
              <a:ext uri="{FF2B5EF4-FFF2-40B4-BE49-F238E27FC236}">
                <a16:creationId xmlns:a16="http://schemas.microsoft.com/office/drawing/2014/main" id="{65369630-FBC8-4C3D-BCE7-36D2FE5C7307}"/>
              </a:ext>
              <a:ext uri="{C183D7F6-B498-43B3-948B-1728B52AA6E4}">
                <adec:decorative xmlns:adec="http://schemas.microsoft.com/office/drawing/2017/decorative" val="1"/>
              </a:ext>
            </a:extLst>
          </p:cNvPr>
          <p:cNvSpPr>
            <a:spLocks noGrp="1"/>
          </p:cNvSpPr>
          <p:nvPr>
            <p:ph type="ftr" sz="quarter" idx="17"/>
          </p:nvPr>
        </p:nvSpPr>
        <p:spPr/>
        <p:txBody>
          <a:bodyPr/>
          <a:lstStyle/>
          <a:p>
            <a:r>
              <a:rPr lang="en-US"/>
              <a:t>University of Stuttgart</a:t>
            </a:r>
            <a:endParaRPr lang="en-US" dirty="0"/>
          </a:p>
        </p:txBody>
      </p:sp>
      <p:sp>
        <p:nvSpPr>
          <p:cNvPr id="10" name="Foliennummernplatzhalter 9">
            <a:extLst>
              <a:ext uri="{FF2B5EF4-FFF2-40B4-BE49-F238E27FC236}">
                <a16:creationId xmlns:a16="http://schemas.microsoft.com/office/drawing/2014/main" id="{8CFDF553-C627-44C0-80CA-525DD4D48F4D}"/>
              </a:ext>
              <a:ext uri="{C183D7F6-B498-43B3-948B-1728B52AA6E4}">
                <adec:decorative xmlns:adec="http://schemas.microsoft.com/office/drawing/2017/decorative" val="1"/>
              </a:ext>
            </a:extLst>
          </p:cNvPr>
          <p:cNvSpPr>
            <a:spLocks noGrp="1"/>
          </p:cNvSpPr>
          <p:nvPr>
            <p:ph type="sldNum" sz="quarter" idx="18"/>
          </p:nvPr>
        </p:nvSpPr>
        <p:spPr/>
        <p:txBody>
          <a:bodyPr/>
          <a:lstStyle/>
          <a:p>
            <a:fld id="{9E82CC3C-1DC0-4FDA-9590-6CC506AB67F8}" type="slidenum">
              <a:rPr lang="en-US" smtClean="0"/>
              <a:pPr/>
              <a:t>‹Nr.›</a:t>
            </a:fld>
            <a:endParaRPr lang="en-US" dirty="0"/>
          </a:p>
        </p:txBody>
      </p:sp>
    </p:spTree>
    <p:extLst>
      <p:ext uri="{BB962C8B-B14F-4D97-AF65-F5344CB8AC3E}">
        <p14:creationId xmlns:p14="http://schemas.microsoft.com/office/powerpoint/2010/main" val="204246054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und Bilder vertikal">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03E3249F-FD38-4D4D-9020-0251E0AF5910}"/>
              </a:ext>
            </a:extLst>
          </p:cNvPr>
          <p:cNvSpPr>
            <a:spLocks noGrp="1"/>
          </p:cNvSpPr>
          <p:nvPr>
            <p:ph type="title"/>
          </p:nvPr>
        </p:nvSpPr>
        <p:spPr/>
        <p:txBody>
          <a:bodyPr/>
          <a:lstStyle/>
          <a:p>
            <a:r>
              <a:rPr lang="de-DE" dirty="0"/>
              <a:t>Mastertitelformat bearbeiten</a:t>
            </a:r>
            <a:endParaRPr lang="en-GB" dirty="0"/>
          </a:p>
        </p:txBody>
      </p:sp>
      <p:sp>
        <p:nvSpPr>
          <p:cNvPr id="15" name="Textplatzhalter 7">
            <a:extLst>
              <a:ext uri="{FF2B5EF4-FFF2-40B4-BE49-F238E27FC236}">
                <a16:creationId xmlns:a16="http://schemas.microsoft.com/office/drawing/2014/main" id="{5501507C-4075-4224-82B8-ACF0E98687D5}"/>
              </a:ext>
            </a:extLst>
          </p:cNvPr>
          <p:cNvSpPr>
            <a:spLocks noGrp="1"/>
          </p:cNvSpPr>
          <p:nvPr>
            <p:ph type="body" sz="quarter" idx="13" hasCustomPrompt="1"/>
          </p:nvPr>
        </p:nvSpPr>
        <p:spPr>
          <a:xfrm>
            <a:off x="468000" y="576000"/>
            <a:ext cx="8244200" cy="277200"/>
          </a:xfrm>
        </p:spPr>
        <p:txBody>
          <a:bodyPr lIns="0" tIns="0" rIns="0" bIns="0"/>
          <a:lstStyle>
            <a:lvl1pPr marL="0" indent="0">
              <a:buNone/>
              <a:defRPr sz="1800" baseline="0"/>
            </a:lvl1pPr>
          </a:lstStyle>
          <a:p>
            <a:pPr lvl="0"/>
            <a:r>
              <a:rPr lang="de-DE" dirty="0"/>
              <a:t>Untertitel durch Klicken bearbeiten</a:t>
            </a:r>
          </a:p>
        </p:txBody>
      </p:sp>
      <p:sp>
        <p:nvSpPr>
          <p:cNvPr id="3" name="Content Placeholder 2"/>
          <p:cNvSpPr>
            <a:spLocks noGrp="1"/>
          </p:cNvSpPr>
          <p:nvPr>
            <p:ph sz="half" idx="1"/>
          </p:nvPr>
        </p:nvSpPr>
        <p:spPr>
          <a:xfrm>
            <a:off x="468000" y="1008000"/>
            <a:ext cx="4176000" cy="3708000"/>
          </a:xfrm>
        </p:spPr>
        <p:txBody>
          <a:body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0" name="Bildplatzhalter 9"/>
          <p:cNvSpPr>
            <a:spLocks noGrp="1"/>
          </p:cNvSpPr>
          <p:nvPr>
            <p:ph type="pic" sz="quarter" idx="14"/>
          </p:nvPr>
        </p:nvSpPr>
        <p:spPr>
          <a:xfrm>
            <a:off x="4895688" y="1007999"/>
            <a:ext cx="3816512" cy="1790347"/>
          </a:xfrm>
          <a:solidFill>
            <a:schemeClr val="bg1">
              <a:lumMod val="95000"/>
            </a:schemeClr>
          </a:solidFill>
        </p:spPr>
        <p:txBody>
          <a:bodyPr/>
          <a:lstStyle/>
          <a:p>
            <a:r>
              <a:rPr lang="de-DE" dirty="0"/>
              <a:t>Bild durch Klicken auf Symbol hinzufügen</a:t>
            </a:r>
            <a:endParaRPr lang="en-US" dirty="0"/>
          </a:p>
        </p:txBody>
      </p:sp>
      <p:sp>
        <p:nvSpPr>
          <p:cNvPr id="11" name="Bildplatzhalter 9"/>
          <p:cNvSpPr>
            <a:spLocks noGrp="1"/>
          </p:cNvSpPr>
          <p:nvPr>
            <p:ph type="pic" sz="quarter" idx="15"/>
          </p:nvPr>
        </p:nvSpPr>
        <p:spPr>
          <a:xfrm>
            <a:off x="4895688" y="2863788"/>
            <a:ext cx="3816512" cy="1846800"/>
          </a:xfrm>
          <a:solidFill>
            <a:schemeClr val="bg1">
              <a:lumMod val="95000"/>
            </a:schemeClr>
          </a:solidFill>
        </p:spPr>
        <p:txBody>
          <a:bodyPr/>
          <a:lstStyle/>
          <a:p>
            <a:r>
              <a:rPr lang="de-DE" dirty="0"/>
              <a:t>Bild durch Klicken auf Symbol hinzufügen</a:t>
            </a:r>
            <a:endParaRPr lang="en-US" dirty="0"/>
          </a:p>
        </p:txBody>
      </p:sp>
      <p:sp>
        <p:nvSpPr>
          <p:cNvPr id="2" name="Datumsplatzhalter 1">
            <a:extLst>
              <a:ext uri="{FF2B5EF4-FFF2-40B4-BE49-F238E27FC236}">
                <a16:creationId xmlns:a16="http://schemas.microsoft.com/office/drawing/2014/main" id="{525B685E-EB8C-4F4E-80A6-C9FD90B4C788}"/>
              </a:ext>
              <a:ext uri="{C183D7F6-B498-43B3-948B-1728B52AA6E4}">
                <adec:decorative xmlns:adec="http://schemas.microsoft.com/office/drawing/2017/decorative" val="1"/>
              </a:ext>
            </a:extLst>
          </p:cNvPr>
          <p:cNvSpPr>
            <a:spLocks noGrp="1"/>
          </p:cNvSpPr>
          <p:nvPr>
            <p:ph type="dt" sz="half" idx="16"/>
          </p:nvPr>
        </p:nvSpPr>
        <p:spPr/>
        <p:txBody>
          <a:bodyPr/>
          <a:lstStyle/>
          <a:p>
            <a:r>
              <a:rPr lang="de-DE"/>
              <a:t>08/20/2020</a:t>
            </a:r>
            <a:endParaRPr lang="en-US" dirty="0"/>
          </a:p>
        </p:txBody>
      </p:sp>
      <p:sp>
        <p:nvSpPr>
          <p:cNvPr id="8" name="Fußzeilenplatzhalter 7">
            <a:extLst>
              <a:ext uri="{FF2B5EF4-FFF2-40B4-BE49-F238E27FC236}">
                <a16:creationId xmlns:a16="http://schemas.microsoft.com/office/drawing/2014/main" id="{F0794A1E-3BA0-4D9C-A222-8EBDB4DA20C9}"/>
              </a:ext>
              <a:ext uri="{C183D7F6-B498-43B3-948B-1728B52AA6E4}">
                <adec:decorative xmlns:adec="http://schemas.microsoft.com/office/drawing/2017/decorative" val="1"/>
              </a:ext>
            </a:extLst>
          </p:cNvPr>
          <p:cNvSpPr>
            <a:spLocks noGrp="1"/>
          </p:cNvSpPr>
          <p:nvPr>
            <p:ph type="ftr" sz="quarter" idx="17"/>
          </p:nvPr>
        </p:nvSpPr>
        <p:spPr/>
        <p:txBody>
          <a:bodyPr/>
          <a:lstStyle/>
          <a:p>
            <a:r>
              <a:rPr lang="en-US"/>
              <a:t>University of Stuttgart</a:t>
            </a:r>
            <a:endParaRPr lang="en-US" dirty="0"/>
          </a:p>
        </p:txBody>
      </p:sp>
      <p:sp>
        <p:nvSpPr>
          <p:cNvPr id="9" name="Foliennummernplatzhalter 8">
            <a:extLst>
              <a:ext uri="{FF2B5EF4-FFF2-40B4-BE49-F238E27FC236}">
                <a16:creationId xmlns:a16="http://schemas.microsoft.com/office/drawing/2014/main" id="{03483C74-DCE9-454D-9C95-024DD98FAE14}"/>
              </a:ext>
              <a:ext uri="{C183D7F6-B498-43B3-948B-1728B52AA6E4}">
                <adec:decorative xmlns:adec="http://schemas.microsoft.com/office/drawing/2017/decorative" val="1"/>
              </a:ext>
            </a:extLst>
          </p:cNvPr>
          <p:cNvSpPr>
            <a:spLocks noGrp="1"/>
          </p:cNvSpPr>
          <p:nvPr>
            <p:ph type="sldNum" sz="quarter" idx="18"/>
          </p:nvPr>
        </p:nvSpPr>
        <p:spPr/>
        <p:txBody>
          <a:bodyPr/>
          <a:lstStyle/>
          <a:p>
            <a:fld id="{9E82CC3C-1DC0-4FDA-9590-6CC506AB67F8}" type="slidenum">
              <a:rPr lang="en-US" smtClean="0"/>
              <a:pPr/>
              <a:t>‹Nr.›</a:t>
            </a:fld>
            <a:endParaRPr lang="en-US" dirty="0"/>
          </a:p>
        </p:txBody>
      </p:sp>
    </p:spTree>
    <p:extLst>
      <p:ext uri="{BB962C8B-B14F-4D97-AF65-F5344CB8AC3E}">
        <p14:creationId xmlns:p14="http://schemas.microsoft.com/office/powerpoint/2010/main" val="30284169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und Bild Hochforma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2301769-7A5F-4726-A7DE-F0F6415EC062}"/>
              </a:ext>
            </a:extLst>
          </p:cNvPr>
          <p:cNvSpPr>
            <a:spLocks noGrp="1"/>
          </p:cNvSpPr>
          <p:nvPr>
            <p:ph type="title"/>
          </p:nvPr>
        </p:nvSpPr>
        <p:spPr/>
        <p:txBody>
          <a:bodyPr/>
          <a:lstStyle/>
          <a:p>
            <a:r>
              <a:rPr lang="de-DE" dirty="0"/>
              <a:t>Mastertitelformat bearbeiten</a:t>
            </a:r>
            <a:endParaRPr lang="en-GB" dirty="0"/>
          </a:p>
        </p:txBody>
      </p:sp>
      <p:sp>
        <p:nvSpPr>
          <p:cNvPr id="12" name="Textplatzhalter 7">
            <a:extLst>
              <a:ext uri="{FF2B5EF4-FFF2-40B4-BE49-F238E27FC236}">
                <a16:creationId xmlns:a16="http://schemas.microsoft.com/office/drawing/2014/main" id="{6BEED840-629E-4E70-924A-3F5FA272B6BC}"/>
              </a:ext>
            </a:extLst>
          </p:cNvPr>
          <p:cNvSpPr>
            <a:spLocks noGrp="1"/>
          </p:cNvSpPr>
          <p:nvPr>
            <p:ph type="body" sz="quarter" idx="13" hasCustomPrompt="1"/>
          </p:nvPr>
        </p:nvSpPr>
        <p:spPr>
          <a:xfrm>
            <a:off x="468000" y="576000"/>
            <a:ext cx="8244200" cy="277200"/>
          </a:xfrm>
        </p:spPr>
        <p:txBody>
          <a:bodyPr lIns="0" tIns="0" rIns="0" bIns="0"/>
          <a:lstStyle>
            <a:lvl1pPr marL="0" indent="0">
              <a:buNone/>
              <a:defRPr sz="1800" baseline="0"/>
            </a:lvl1pPr>
          </a:lstStyle>
          <a:p>
            <a:pPr lvl="0"/>
            <a:r>
              <a:rPr lang="de-DE" dirty="0"/>
              <a:t>Untertitel durch Klicken bearbeiten</a:t>
            </a:r>
          </a:p>
        </p:txBody>
      </p:sp>
      <p:sp>
        <p:nvSpPr>
          <p:cNvPr id="3" name="Content Placeholder 2"/>
          <p:cNvSpPr>
            <a:spLocks noGrp="1"/>
          </p:cNvSpPr>
          <p:nvPr>
            <p:ph sz="half" idx="1"/>
          </p:nvPr>
        </p:nvSpPr>
        <p:spPr>
          <a:xfrm>
            <a:off x="468000" y="1008000"/>
            <a:ext cx="4176860" cy="3708000"/>
          </a:xfrm>
        </p:spPr>
        <p:txBody>
          <a:body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0" name="Bildplatzhalter 9"/>
          <p:cNvSpPr>
            <a:spLocks noGrp="1"/>
          </p:cNvSpPr>
          <p:nvPr>
            <p:ph type="pic" sz="quarter" idx="14"/>
          </p:nvPr>
        </p:nvSpPr>
        <p:spPr>
          <a:xfrm>
            <a:off x="4895688" y="1008000"/>
            <a:ext cx="3816512" cy="3708000"/>
          </a:xfrm>
          <a:solidFill>
            <a:schemeClr val="bg1">
              <a:lumMod val="95000"/>
            </a:schemeClr>
          </a:solidFill>
        </p:spPr>
        <p:txBody>
          <a:bodyPr/>
          <a:lstStyle/>
          <a:p>
            <a:r>
              <a:rPr lang="de-DE" dirty="0"/>
              <a:t>Bild durch Klicken auf Symbol hinzufügen</a:t>
            </a:r>
            <a:endParaRPr lang="en-US" dirty="0"/>
          </a:p>
        </p:txBody>
      </p:sp>
      <p:sp>
        <p:nvSpPr>
          <p:cNvPr id="4" name="Datumsplatzhalter 3">
            <a:extLst>
              <a:ext uri="{FF2B5EF4-FFF2-40B4-BE49-F238E27FC236}">
                <a16:creationId xmlns:a16="http://schemas.microsoft.com/office/drawing/2014/main" id="{65B32AC5-E9DE-4649-B1AC-9A62A340C736}"/>
              </a:ext>
              <a:ext uri="{C183D7F6-B498-43B3-948B-1728B52AA6E4}">
                <adec:decorative xmlns:adec="http://schemas.microsoft.com/office/drawing/2017/decorative" val="1"/>
              </a:ext>
            </a:extLst>
          </p:cNvPr>
          <p:cNvSpPr>
            <a:spLocks noGrp="1"/>
          </p:cNvSpPr>
          <p:nvPr>
            <p:ph type="dt" sz="half" idx="15"/>
          </p:nvPr>
        </p:nvSpPr>
        <p:spPr/>
        <p:txBody>
          <a:bodyPr/>
          <a:lstStyle/>
          <a:p>
            <a:r>
              <a:rPr lang="de-DE"/>
              <a:t>08/20/2020</a:t>
            </a:r>
            <a:endParaRPr lang="en-US" dirty="0"/>
          </a:p>
        </p:txBody>
      </p:sp>
      <p:sp>
        <p:nvSpPr>
          <p:cNvPr id="8" name="Fußzeilenplatzhalter 7">
            <a:extLst>
              <a:ext uri="{FF2B5EF4-FFF2-40B4-BE49-F238E27FC236}">
                <a16:creationId xmlns:a16="http://schemas.microsoft.com/office/drawing/2014/main" id="{385FC210-A7D0-48A0-965B-FED973105A9B}"/>
              </a:ext>
              <a:ext uri="{C183D7F6-B498-43B3-948B-1728B52AA6E4}">
                <adec:decorative xmlns:adec="http://schemas.microsoft.com/office/drawing/2017/decorative" val="1"/>
              </a:ext>
            </a:extLst>
          </p:cNvPr>
          <p:cNvSpPr>
            <a:spLocks noGrp="1"/>
          </p:cNvSpPr>
          <p:nvPr>
            <p:ph type="ftr" sz="quarter" idx="16"/>
          </p:nvPr>
        </p:nvSpPr>
        <p:spPr/>
        <p:txBody>
          <a:bodyPr/>
          <a:lstStyle/>
          <a:p>
            <a:r>
              <a:rPr lang="en-US"/>
              <a:t>University of Stuttgart</a:t>
            </a:r>
            <a:endParaRPr lang="en-US" dirty="0"/>
          </a:p>
        </p:txBody>
      </p:sp>
      <p:sp>
        <p:nvSpPr>
          <p:cNvPr id="9" name="Foliennummernplatzhalter 8">
            <a:extLst>
              <a:ext uri="{FF2B5EF4-FFF2-40B4-BE49-F238E27FC236}">
                <a16:creationId xmlns:a16="http://schemas.microsoft.com/office/drawing/2014/main" id="{94CA4BF4-EDC6-4CFF-AE4B-CB671709F924}"/>
              </a:ext>
              <a:ext uri="{C183D7F6-B498-43B3-948B-1728B52AA6E4}">
                <adec:decorative xmlns:adec="http://schemas.microsoft.com/office/drawing/2017/decorative" val="1"/>
              </a:ext>
            </a:extLst>
          </p:cNvPr>
          <p:cNvSpPr>
            <a:spLocks noGrp="1"/>
          </p:cNvSpPr>
          <p:nvPr>
            <p:ph type="sldNum" sz="quarter" idx="17"/>
          </p:nvPr>
        </p:nvSpPr>
        <p:spPr/>
        <p:txBody>
          <a:bodyPr/>
          <a:lstStyle/>
          <a:p>
            <a:fld id="{9E82CC3C-1DC0-4FDA-9590-6CC506AB67F8}" type="slidenum">
              <a:rPr lang="en-US" smtClean="0"/>
              <a:pPr/>
              <a:t>‹Nr.›</a:t>
            </a:fld>
            <a:endParaRPr lang="en-US" dirty="0"/>
          </a:p>
        </p:txBody>
      </p:sp>
    </p:spTree>
    <p:extLst>
      <p:ext uri="{BB962C8B-B14F-4D97-AF65-F5344CB8AC3E}">
        <p14:creationId xmlns:p14="http://schemas.microsoft.com/office/powerpoint/2010/main" val="257339347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5 Bilder">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3CA99B5-A2F2-4F10-9CFB-140C563A4A28}"/>
              </a:ext>
            </a:extLst>
          </p:cNvPr>
          <p:cNvSpPr>
            <a:spLocks noGrp="1"/>
          </p:cNvSpPr>
          <p:nvPr>
            <p:ph type="title"/>
          </p:nvPr>
        </p:nvSpPr>
        <p:spPr/>
        <p:txBody>
          <a:bodyPr/>
          <a:lstStyle/>
          <a:p>
            <a:r>
              <a:rPr lang="de-DE" dirty="0"/>
              <a:t>Mastertitelformat bearbeiten</a:t>
            </a:r>
            <a:endParaRPr lang="en-GB" dirty="0"/>
          </a:p>
        </p:txBody>
      </p:sp>
      <p:sp>
        <p:nvSpPr>
          <p:cNvPr id="15" name="Textplatzhalter 7">
            <a:extLst>
              <a:ext uri="{FF2B5EF4-FFF2-40B4-BE49-F238E27FC236}">
                <a16:creationId xmlns:a16="http://schemas.microsoft.com/office/drawing/2014/main" id="{F23A02F9-9EFB-40DA-A6A9-B4AB8316E8D8}"/>
              </a:ext>
            </a:extLst>
          </p:cNvPr>
          <p:cNvSpPr>
            <a:spLocks noGrp="1"/>
          </p:cNvSpPr>
          <p:nvPr>
            <p:ph type="body" sz="quarter" idx="13" hasCustomPrompt="1"/>
          </p:nvPr>
        </p:nvSpPr>
        <p:spPr>
          <a:xfrm>
            <a:off x="468000" y="576000"/>
            <a:ext cx="8244200" cy="277200"/>
          </a:xfrm>
        </p:spPr>
        <p:txBody>
          <a:bodyPr lIns="0" tIns="0" rIns="0" bIns="0"/>
          <a:lstStyle>
            <a:lvl1pPr marL="0" indent="0">
              <a:buNone/>
              <a:defRPr sz="1800" baseline="0"/>
            </a:lvl1pPr>
          </a:lstStyle>
          <a:p>
            <a:pPr lvl="0"/>
            <a:r>
              <a:rPr lang="de-DE" dirty="0"/>
              <a:t>Untertitel durch Klicken bearbeiten</a:t>
            </a:r>
          </a:p>
        </p:txBody>
      </p:sp>
      <p:sp>
        <p:nvSpPr>
          <p:cNvPr id="13" name="Bildplatzhalter 7"/>
          <p:cNvSpPr>
            <a:spLocks noGrp="1"/>
          </p:cNvSpPr>
          <p:nvPr>
            <p:ph type="pic" sz="quarter" idx="19"/>
          </p:nvPr>
        </p:nvSpPr>
        <p:spPr>
          <a:xfrm>
            <a:off x="0" y="951548"/>
            <a:ext cx="3240000" cy="2073600"/>
          </a:xfrm>
          <a:solidFill>
            <a:schemeClr val="bg1">
              <a:lumMod val="95000"/>
            </a:schemeClr>
          </a:solidFill>
        </p:spPr>
        <p:txBody>
          <a:bodyPr/>
          <a:lstStyle/>
          <a:p>
            <a:r>
              <a:rPr lang="de-DE" dirty="0"/>
              <a:t>Bild durch Klicken auf Symbol hinzufügen</a:t>
            </a:r>
            <a:endParaRPr lang="en-US" dirty="0"/>
          </a:p>
        </p:txBody>
      </p:sp>
      <p:sp>
        <p:nvSpPr>
          <p:cNvPr id="10" name="Bildplatzhalter 7"/>
          <p:cNvSpPr>
            <a:spLocks noGrp="1"/>
          </p:cNvSpPr>
          <p:nvPr>
            <p:ph type="pic" sz="quarter" idx="16"/>
          </p:nvPr>
        </p:nvSpPr>
        <p:spPr>
          <a:xfrm>
            <a:off x="3240003" y="951548"/>
            <a:ext cx="3239999" cy="2073600"/>
          </a:xfrm>
          <a:solidFill>
            <a:schemeClr val="bg1">
              <a:lumMod val="95000"/>
            </a:schemeClr>
          </a:solidFill>
        </p:spPr>
        <p:txBody>
          <a:bodyPr/>
          <a:lstStyle/>
          <a:p>
            <a:r>
              <a:rPr lang="de-DE" dirty="0"/>
              <a:t>Bild durch Klicken auf Symbol hinzufügen</a:t>
            </a:r>
            <a:endParaRPr lang="en-US" dirty="0"/>
          </a:p>
        </p:txBody>
      </p:sp>
      <p:sp>
        <p:nvSpPr>
          <p:cNvPr id="14" name="Bildplatzhalter 7"/>
          <p:cNvSpPr>
            <a:spLocks noGrp="1"/>
          </p:cNvSpPr>
          <p:nvPr>
            <p:ph type="pic" sz="quarter" idx="20"/>
          </p:nvPr>
        </p:nvSpPr>
        <p:spPr>
          <a:xfrm>
            <a:off x="0" y="3038621"/>
            <a:ext cx="3240000" cy="2104879"/>
          </a:xfrm>
          <a:solidFill>
            <a:schemeClr val="bg1">
              <a:lumMod val="95000"/>
            </a:schemeClr>
          </a:solidFill>
        </p:spPr>
        <p:txBody>
          <a:bodyPr/>
          <a:lstStyle/>
          <a:p>
            <a:r>
              <a:rPr lang="de-DE" dirty="0"/>
              <a:t>Bild durch Klicken auf Symbol hinzufügen</a:t>
            </a:r>
            <a:endParaRPr lang="en-US" dirty="0"/>
          </a:p>
        </p:txBody>
      </p:sp>
      <p:sp>
        <p:nvSpPr>
          <p:cNvPr id="11" name="Bildplatzhalter 7"/>
          <p:cNvSpPr>
            <a:spLocks noGrp="1"/>
          </p:cNvSpPr>
          <p:nvPr>
            <p:ph type="pic" sz="quarter" idx="17"/>
          </p:nvPr>
        </p:nvSpPr>
        <p:spPr>
          <a:xfrm>
            <a:off x="3240000" y="3038621"/>
            <a:ext cx="3240000" cy="2104879"/>
          </a:xfrm>
          <a:solidFill>
            <a:schemeClr val="bg1">
              <a:lumMod val="95000"/>
            </a:schemeClr>
          </a:solidFill>
        </p:spPr>
        <p:txBody>
          <a:bodyPr/>
          <a:lstStyle/>
          <a:p>
            <a:r>
              <a:rPr lang="de-DE" dirty="0"/>
              <a:t>Bild durch Klicken auf Symbol hinzufügen</a:t>
            </a:r>
            <a:endParaRPr lang="en-US" dirty="0"/>
          </a:p>
        </p:txBody>
      </p:sp>
      <p:sp>
        <p:nvSpPr>
          <p:cNvPr id="12" name="Bildplatzhalter 7"/>
          <p:cNvSpPr>
            <a:spLocks noGrp="1"/>
          </p:cNvSpPr>
          <p:nvPr>
            <p:ph type="pic" sz="quarter" idx="18"/>
          </p:nvPr>
        </p:nvSpPr>
        <p:spPr>
          <a:xfrm>
            <a:off x="6480000" y="951549"/>
            <a:ext cx="2664000" cy="4191953"/>
          </a:xfrm>
          <a:solidFill>
            <a:schemeClr val="bg1">
              <a:lumMod val="95000"/>
            </a:schemeClr>
          </a:solidFill>
        </p:spPr>
        <p:txBody>
          <a:bodyPr/>
          <a:lstStyle/>
          <a:p>
            <a:r>
              <a:rPr lang="de-DE" dirty="0"/>
              <a:t>Bild durch Klicken auf Symbol hinzufügen</a:t>
            </a:r>
            <a:endParaRPr lang="en-US" dirty="0"/>
          </a:p>
        </p:txBody>
      </p:sp>
    </p:spTree>
    <p:extLst>
      <p:ext uri="{BB962C8B-B14F-4D97-AF65-F5344CB8AC3E}">
        <p14:creationId xmlns:p14="http://schemas.microsoft.com/office/powerpoint/2010/main" val="105232369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xt mit runden Bildern">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3A8DCC85-4928-492C-BEE7-FC5B55B32E11}"/>
              </a:ext>
            </a:extLst>
          </p:cNvPr>
          <p:cNvSpPr>
            <a:spLocks noGrp="1"/>
          </p:cNvSpPr>
          <p:nvPr>
            <p:ph type="title"/>
          </p:nvPr>
        </p:nvSpPr>
        <p:spPr/>
        <p:txBody>
          <a:bodyPr/>
          <a:lstStyle/>
          <a:p>
            <a:r>
              <a:rPr lang="de-DE" dirty="0"/>
              <a:t>Mastertitelformat bearbeiten</a:t>
            </a:r>
            <a:endParaRPr lang="en-GB" dirty="0"/>
          </a:p>
        </p:txBody>
      </p:sp>
      <p:sp>
        <p:nvSpPr>
          <p:cNvPr id="8" name="Bildplatzhalter 7"/>
          <p:cNvSpPr>
            <a:spLocks noGrp="1" noChangeAspect="1"/>
          </p:cNvSpPr>
          <p:nvPr>
            <p:ph type="pic" sz="quarter" idx="14"/>
          </p:nvPr>
        </p:nvSpPr>
        <p:spPr>
          <a:xfrm>
            <a:off x="482226" y="957295"/>
            <a:ext cx="1080000" cy="1080000"/>
          </a:xfrm>
          <a:prstGeom prst="ellipse">
            <a:avLst/>
          </a:prstGeom>
          <a:solidFill>
            <a:schemeClr val="bg1">
              <a:lumMod val="95000"/>
            </a:schemeClr>
          </a:solidFill>
        </p:spPr>
        <p:txBody>
          <a:bodyPr tIns="0"/>
          <a:lstStyle>
            <a:lvl1pPr marL="0" indent="0" algn="ctr">
              <a:buNone/>
              <a:defRPr sz="1000"/>
            </a:lvl1pPr>
          </a:lstStyle>
          <a:p>
            <a:r>
              <a:rPr lang="de-DE" dirty="0"/>
              <a:t>Bild durch Klicken auf Symbol hinzufügen</a:t>
            </a:r>
            <a:endParaRPr lang="en-US" dirty="0"/>
          </a:p>
        </p:txBody>
      </p:sp>
      <p:sp>
        <p:nvSpPr>
          <p:cNvPr id="12" name="Textplatzhalter 10"/>
          <p:cNvSpPr>
            <a:spLocks noGrp="1"/>
          </p:cNvSpPr>
          <p:nvPr>
            <p:ph type="body" sz="quarter" idx="16"/>
          </p:nvPr>
        </p:nvSpPr>
        <p:spPr>
          <a:xfrm>
            <a:off x="1818000" y="957295"/>
            <a:ext cx="6894200" cy="1080000"/>
          </a:xfrm>
        </p:spPr>
        <p:txBody>
          <a:bodyPr anchor="ctr"/>
          <a:lstStyle>
            <a:lvl1pPr marL="0" indent="0">
              <a:buNone/>
              <a:defRPr sz="1400" b="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Textmasterformat bearbeiten</a:t>
            </a:r>
          </a:p>
        </p:txBody>
      </p:sp>
      <p:sp>
        <p:nvSpPr>
          <p:cNvPr id="21" name="Bildplatzhalter 7"/>
          <p:cNvSpPr>
            <a:spLocks noGrp="1" noChangeAspect="1"/>
          </p:cNvSpPr>
          <p:nvPr>
            <p:ph type="pic" sz="quarter" idx="17"/>
          </p:nvPr>
        </p:nvSpPr>
        <p:spPr>
          <a:xfrm>
            <a:off x="482226" y="2284074"/>
            <a:ext cx="1080000" cy="1080000"/>
          </a:xfrm>
          <a:prstGeom prst="ellipse">
            <a:avLst/>
          </a:prstGeom>
          <a:solidFill>
            <a:schemeClr val="bg1">
              <a:lumMod val="95000"/>
            </a:schemeClr>
          </a:solidFill>
        </p:spPr>
        <p:txBody>
          <a:bodyPr tIns="0"/>
          <a:lstStyle>
            <a:lvl1pPr marL="0" indent="0" algn="ctr">
              <a:buNone/>
              <a:defRPr sz="1000"/>
            </a:lvl1pPr>
          </a:lstStyle>
          <a:p>
            <a:r>
              <a:rPr lang="de-DE" dirty="0"/>
              <a:t>Bild durch Klicken auf Symbol hinzufügen</a:t>
            </a:r>
            <a:endParaRPr lang="en-US" dirty="0"/>
          </a:p>
        </p:txBody>
      </p:sp>
      <p:sp>
        <p:nvSpPr>
          <p:cNvPr id="22" name="Textplatzhalter 10"/>
          <p:cNvSpPr>
            <a:spLocks noGrp="1"/>
          </p:cNvSpPr>
          <p:nvPr>
            <p:ph type="body" sz="quarter" idx="18"/>
          </p:nvPr>
        </p:nvSpPr>
        <p:spPr>
          <a:xfrm>
            <a:off x="1818000" y="2284074"/>
            <a:ext cx="6894200" cy="1080000"/>
          </a:xfrm>
        </p:spPr>
        <p:txBody>
          <a:bodyPr anchor="ctr"/>
          <a:lstStyle>
            <a:lvl1pPr marL="0" indent="0">
              <a:buNone/>
              <a:defRPr sz="1400" b="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Textmasterformat bearbeiten</a:t>
            </a:r>
          </a:p>
        </p:txBody>
      </p:sp>
      <p:sp>
        <p:nvSpPr>
          <p:cNvPr id="23" name="Bildplatzhalter 7"/>
          <p:cNvSpPr>
            <a:spLocks noGrp="1" noChangeAspect="1"/>
          </p:cNvSpPr>
          <p:nvPr>
            <p:ph type="pic" sz="quarter" idx="19"/>
          </p:nvPr>
        </p:nvSpPr>
        <p:spPr>
          <a:xfrm>
            <a:off x="482226" y="3610853"/>
            <a:ext cx="1080000" cy="1080000"/>
          </a:xfrm>
          <a:prstGeom prst="ellipse">
            <a:avLst/>
          </a:prstGeom>
          <a:solidFill>
            <a:schemeClr val="bg1">
              <a:lumMod val="95000"/>
            </a:schemeClr>
          </a:solidFill>
        </p:spPr>
        <p:txBody>
          <a:bodyPr tIns="0"/>
          <a:lstStyle>
            <a:lvl1pPr marL="0" indent="0" algn="ctr">
              <a:buNone/>
              <a:defRPr sz="1000"/>
            </a:lvl1pPr>
          </a:lstStyle>
          <a:p>
            <a:r>
              <a:rPr lang="de-DE" dirty="0"/>
              <a:t>Bild durch Klicken auf Symbol hinzufügen</a:t>
            </a:r>
            <a:endParaRPr lang="en-US" dirty="0"/>
          </a:p>
        </p:txBody>
      </p:sp>
      <p:sp>
        <p:nvSpPr>
          <p:cNvPr id="24" name="Textplatzhalter 10"/>
          <p:cNvSpPr>
            <a:spLocks noGrp="1"/>
          </p:cNvSpPr>
          <p:nvPr>
            <p:ph type="body" sz="quarter" idx="20"/>
          </p:nvPr>
        </p:nvSpPr>
        <p:spPr>
          <a:xfrm>
            <a:off x="1818000" y="3610853"/>
            <a:ext cx="6894200" cy="1080000"/>
          </a:xfrm>
        </p:spPr>
        <p:txBody>
          <a:bodyPr anchor="ctr"/>
          <a:lstStyle>
            <a:lvl1pPr marL="0" indent="0">
              <a:buNone/>
              <a:defRPr sz="1400" b="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Textmasterformat bearbeiten</a:t>
            </a:r>
          </a:p>
        </p:txBody>
      </p:sp>
      <p:sp>
        <p:nvSpPr>
          <p:cNvPr id="2" name="Datumsplatzhalter 1">
            <a:extLst>
              <a:ext uri="{FF2B5EF4-FFF2-40B4-BE49-F238E27FC236}">
                <a16:creationId xmlns:a16="http://schemas.microsoft.com/office/drawing/2014/main" id="{9E3799E2-3C23-4EE3-8932-7D8BEC42B9DA}"/>
              </a:ext>
              <a:ext uri="{C183D7F6-B498-43B3-948B-1728B52AA6E4}">
                <adec:decorative xmlns:adec="http://schemas.microsoft.com/office/drawing/2017/decorative" val="1"/>
              </a:ext>
            </a:extLst>
          </p:cNvPr>
          <p:cNvSpPr>
            <a:spLocks noGrp="1"/>
          </p:cNvSpPr>
          <p:nvPr>
            <p:ph type="dt" sz="half" idx="21"/>
          </p:nvPr>
        </p:nvSpPr>
        <p:spPr/>
        <p:txBody>
          <a:bodyPr/>
          <a:lstStyle/>
          <a:p>
            <a:r>
              <a:rPr lang="de-DE"/>
              <a:t>08/20/2020</a:t>
            </a:r>
            <a:endParaRPr lang="en-US" dirty="0"/>
          </a:p>
        </p:txBody>
      </p:sp>
      <p:sp>
        <p:nvSpPr>
          <p:cNvPr id="7" name="Fußzeilenplatzhalter 6">
            <a:extLst>
              <a:ext uri="{FF2B5EF4-FFF2-40B4-BE49-F238E27FC236}">
                <a16:creationId xmlns:a16="http://schemas.microsoft.com/office/drawing/2014/main" id="{FAAF8D85-2BDA-4B6B-9739-948CC7B45B04}"/>
              </a:ext>
              <a:ext uri="{C183D7F6-B498-43B3-948B-1728B52AA6E4}">
                <adec:decorative xmlns:adec="http://schemas.microsoft.com/office/drawing/2017/decorative" val="1"/>
              </a:ext>
            </a:extLst>
          </p:cNvPr>
          <p:cNvSpPr>
            <a:spLocks noGrp="1"/>
          </p:cNvSpPr>
          <p:nvPr>
            <p:ph type="ftr" sz="quarter" idx="22"/>
          </p:nvPr>
        </p:nvSpPr>
        <p:spPr/>
        <p:txBody>
          <a:bodyPr/>
          <a:lstStyle/>
          <a:p>
            <a:r>
              <a:rPr lang="en-US"/>
              <a:t>University of Stuttgart</a:t>
            </a:r>
            <a:endParaRPr lang="en-US" dirty="0"/>
          </a:p>
        </p:txBody>
      </p:sp>
      <p:sp>
        <p:nvSpPr>
          <p:cNvPr id="9" name="Foliennummernplatzhalter 8">
            <a:extLst>
              <a:ext uri="{FF2B5EF4-FFF2-40B4-BE49-F238E27FC236}">
                <a16:creationId xmlns:a16="http://schemas.microsoft.com/office/drawing/2014/main" id="{49B14986-AEF7-4911-8AC9-241E2F85323A}"/>
              </a:ext>
              <a:ext uri="{C183D7F6-B498-43B3-948B-1728B52AA6E4}">
                <adec:decorative xmlns:adec="http://schemas.microsoft.com/office/drawing/2017/decorative" val="1"/>
              </a:ext>
            </a:extLst>
          </p:cNvPr>
          <p:cNvSpPr>
            <a:spLocks noGrp="1"/>
          </p:cNvSpPr>
          <p:nvPr>
            <p:ph type="sldNum" sz="quarter" idx="23"/>
          </p:nvPr>
        </p:nvSpPr>
        <p:spPr/>
        <p:txBody>
          <a:bodyPr/>
          <a:lstStyle/>
          <a:p>
            <a:fld id="{9E82CC3C-1DC0-4FDA-9590-6CC506AB67F8}" type="slidenum">
              <a:rPr lang="en-US" smtClean="0"/>
              <a:pPr/>
              <a:t>‹Nr.›</a:t>
            </a:fld>
            <a:endParaRPr lang="en-US" dirty="0"/>
          </a:p>
        </p:txBody>
      </p:sp>
    </p:spTree>
    <p:extLst>
      <p:ext uri="{BB962C8B-B14F-4D97-AF65-F5344CB8AC3E}">
        <p14:creationId xmlns:p14="http://schemas.microsoft.com/office/powerpoint/2010/main" val="90044245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mit eckigen Bildern">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E792EEEF-D15B-42F6-B267-A355CF4E4DBF}"/>
              </a:ext>
            </a:extLst>
          </p:cNvPr>
          <p:cNvSpPr>
            <a:spLocks noGrp="1"/>
          </p:cNvSpPr>
          <p:nvPr>
            <p:ph type="title"/>
          </p:nvPr>
        </p:nvSpPr>
        <p:spPr/>
        <p:txBody>
          <a:bodyPr/>
          <a:lstStyle/>
          <a:p>
            <a:r>
              <a:rPr lang="de-DE" dirty="0"/>
              <a:t>Mastertitelformat bearbeiten</a:t>
            </a:r>
            <a:endParaRPr lang="en-GB" dirty="0"/>
          </a:p>
        </p:txBody>
      </p:sp>
      <p:sp>
        <p:nvSpPr>
          <p:cNvPr id="8" name="Bildplatzhalter 7"/>
          <p:cNvSpPr>
            <a:spLocks noGrp="1"/>
          </p:cNvSpPr>
          <p:nvPr>
            <p:ph type="pic" sz="quarter" idx="14"/>
          </p:nvPr>
        </p:nvSpPr>
        <p:spPr>
          <a:xfrm>
            <a:off x="476250" y="958620"/>
            <a:ext cx="1440000" cy="1080000"/>
          </a:xfrm>
          <a:prstGeom prst="rect">
            <a:avLst/>
          </a:prstGeom>
          <a:solidFill>
            <a:schemeClr val="bg1">
              <a:lumMod val="95000"/>
            </a:schemeClr>
          </a:solidFill>
        </p:spPr>
        <p:txBody>
          <a:bodyPr tIns="0"/>
          <a:lstStyle>
            <a:lvl1pPr marL="0" indent="0" algn="ctr">
              <a:buNone/>
              <a:defRPr sz="1200"/>
            </a:lvl1pPr>
          </a:lstStyle>
          <a:p>
            <a:r>
              <a:rPr lang="de-DE" dirty="0"/>
              <a:t>Bild durch Klicken auf Symbol hinzufügen</a:t>
            </a:r>
            <a:endParaRPr lang="en-US" dirty="0"/>
          </a:p>
        </p:txBody>
      </p:sp>
      <p:sp>
        <p:nvSpPr>
          <p:cNvPr id="12" name="Textplatzhalter 10"/>
          <p:cNvSpPr>
            <a:spLocks noGrp="1"/>
          </p:cNvSpPr>
          <p:nvPr>
            <p:ph type="body" sz="quarter" idx="16"/>
          </p:nvPr>
        </p:nvSpPr>
        <p:spPr>
          <a:xfrm>
            <a:off x="2144110" y="958621"/>
            <a:ext cx="6568090" cy="1080000"/>
          </a:xfrm>
        </p:spPr>
        <p:txBody>
          <a:bodyPr anchor="ctr"/>
          <a:lstStyle>
            <a:lvl1pPr marL="0" indent="0">
              <a:buNone/>
              <a:defRPr sz="1400" b="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Textmasterformat bearbeiten</a:t>
            </a:r>
          </a:p>
        </p:txBody>
      </p:sp>
      <p:sp>
        <p:nvSpPr>
          <p:cNvPr id="13" name="Bildplatzhalter 7"/>
          <p:cNvSpPr>
            <a:spLocks noGrp="1"/>
          </p:cNvSpPr>
          <p:nvPr>
            <p:ph type="pic" sz="quarter" idx="21"/>
          </p:nvPr>
        </p:nvSpPr>
        <p:spPr>
          <a:xfrm>
            <a:off x="476250" y="2294605"/>
            <a:ext cx="1440000" cy="1080000"/>
          </a:xfrm>
          <a:prstGeom prst="rect">
            <a:avLst/>
          </a:prstGeom>
          <a:solidFill>
            <a:schemeClr val="bg1">
              <a:lumMod val="95000"/>
            </a:schemeClr>
          </a:solidFill>
        </p:spPr>
        <p:txBody>
          <a:bodyPr tIns="0"/>
          <a:lstStyle>
            <a:lvl1pPr marL="0" indent="0" algn="ctr">
              <a:buNone/>
              <a:defRPr sz="1200"/>
            </a:lvl1pPr>
          </a:lstStyle>
          <a:p>
            <a:r>
              <a:rPr lang="de-DE" dirty="0"/>
              <a:t>Bild durch Klicken auf Symbol hinzufügen</a:t>
            </a:r>
            <a:endParaRPr lang="en-US" dirty="0"/>
          </a:p>
        </p:txBody>
      </p:sp>
      <p:sp>
        <p:nvSpPr>
          <p:cNvPr id="14" name="Textplatzhalter 10"/>
          <p:cNvSpPr>
            <a:spLocks noGrp="1"/>
          </p:cNvSpPr>
          <p:nvPr>
            <p:ph type="body" sz="quarter" idx="22"/>
          </p:nvPr>
        </p:nvSpPr>
        <p:spPr>
          <a:xfrm>
            <a:off x="2144110" y="2294605"/>
            <a:ext cx="6568090" cy="1080000"/>
          </a:xfrm>
        </p:spPr>
        <p:txBody>
          <a:bodyPr anchor="ctr"/>
          <a:lstStyle>
            <a:lvl1pPr marL="0" indent="0">
              <a:buNone/>
              <a:defRPr sz="1400" b="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Textmasterformat bearbeiten</a:t>
            </a:r>
          </a:p>
        </p:txBody>
      </p:sp>
      <p:sp>
        <p:nvSpPr>
          <p:cNvPr id="15" name="Bildplatzhalter 7"/>
          <p:cNvSpPr>
            <a:spLocks noGrp="1"/>
          </p:cNvSpPr>
          <p:nvPr>
            <p:ph type="pic" sz="quarter" idx="23"/>
          </p:nvPr>
        </p:nvSpPr>
        <p:spPr>
          <a:xfrm>
            <a:off x="476250" y="3630591"/>
            <a:ext cx="1440000" cy="1080000"/>
          </a:xfrm>
          <a:prstGeom prst="rect">
            <a:avLst/>
          </a:prstGeom>
          <a:solidFill>
            <a:schemeClr val="bg1">
              <a:lumMod val="95000"/>
            </a:schemeClr>
          </a:solidFill>
        </p:spPr>
        <p:txBody>
          <a:bodyPr tIns="0"/>
          <a:lstStyle>
            <a:lvl1pPr marL="0" indent="0" algn="ctr">
              <a:buNone/>
              <a:defRPr sz="1200"/>
            </a:lvl1pPr>
          </a:lstStyle>
          <a:p>
            <a:r>
              <a:rPr lang="de-DE" dirty="0"/>
              <a:t>Bild durch Klicken auf Symbol hinzufügen</a:t>
            </a:r>
            <a:endParaRPr lang="en-US" dirty="0"/>
          </a:p>
        </p:txBody>
      </p:sp>
      <p:sp>
        <p:nvSpPr>
          <p:cNvPr id="16" name="Textplatzhalter 10"/>
          <p:cNvSpPr>
            <a:spLocks noGrp="1"/>
          </p:cNvSpPr>
          <p:nvPr>
            <p:ph type="body" sz="quarter" idx="24"/>
          </p:nvPr>
        </p:nvSpPr>
        <p:spPr>
          <a:xfrm>
            <a:off x="2144110" y="3630591"/>
            <a:ext cx="6568090" cy="1080000"/>
          </a:xfrm>
        </p:spPr>
        <p:txBody>
          <a:bodyPr anchor="ctr"/>
          <a:lstStyle>
            <a:lvl1pPr marL="0" indent="0">
              <a:buNone/>
              <a:defRPr sz="1400" b="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Textmasterformat bearbeiten</a:t>
            </a:r>
          </a:p>
        </p:txBody>
      </p:sp>
      <p:sp>
        <p:nvSpPr>
          <p:cNvPr id="2" name="Datumsplatzhalter 1">
            <a:extLst>
              <a:ext uri="{FF2B5EF4-FFF2-40B4-BE49-F238E27FC236}">
                <a16:creationId xmlns:a16="http://schemas.microsoft.com/office/drawing/2014/main" id="{424AC54E-2FE8-44FD-8448-789AC527CD62}"/>
              </a:ext>
              <a:ext uri="{C183D7F6-B498-43B3-948B-1728B52AA6E4}">
                <adec:decorative xmlns:adec="http://schemas.microsoft.com/office/drawing/2017/decorative" val="1"/>
              </a:ext>
            </a:extLst>
          </p:cNvPr>
          <p:cNvSpPr>
            <a:spLocks noGrp="1"/>
          </p:cNvSpPr>
          <p:nvPr>
            <p:ph type="dt" sz="half" idx="25"/>
          </p:nvPr>
        </p:nvSpPr>
        <p:spPr/>
        <p:txBody>
          <a:bodyPr/>
          <a:lstStyle/>
          <a:p>
            <a:r>
              <a:rPr lang="de-DE"/>
              <a:t>08/20/2020</a:t>
            </a:r>
            <a:endParaRPr lang="en-US" dirty="0"/>
          </a:p>
        </p:txBody>
      </p:sp>
      <p:sp>
        <p:nvSpPr>
          <p:cNvPr id="7" name="Fußzeilenplatzhalter 6">
            <a:extLst>
              <a:ext uri="{FF2B5EF4-FFF2-40B4-BE49-F238E27FC236}">
                <a16:creationId xmlns:a16="http://schemas.microsoft.com/office/drawing/2014/main" id="{FD788027-74D9-4A2C-99EF-860F4806E5B7}"/>
              </a:ext>
              <a:ext uri="{C183D7F6-B498-43B3-948B-1728B52AA6E4}">
                <adec:decorative xmlns:adec="http://schemas.microsoft.com/office/drawing/2017/decorative" val="1"/>
              </a:ext>
            </a:extLst>
          </p:cNvPr>
          <p:cNvSpPr>
            <a:spLocks noGrp="1"/>
          </p:cNvSpPr>
          <p:nvPr>
            <p:ph type="ftr" sz="quarter" idx="26"/>
          </p:nvPr>
        </p:nvSpPr>
        <p:spPr/>
        <p:txBody>
          <a:bodyPr/>
          <a:lstStyle/>
          <a:p>
            <a:r>
              <a:rPr lang="en-US"/>
              <a:t>University of Stuttgart</a:t>
            </a:r>
            <a:endParaRPr lang="en-US" dirty="0"/>
          </a:p>
        </p:txBody>
      </p:sp>
      <p:sp>
        <p:nvSpPr>
          <p:cNvPr id="9" name="Foliennummernplatzhalter 8">
            <a:extLst>
              <a:ext uri="{FF2B5EF4-FFF2-40B4-BE49-F238E27FC236}">
                <a16:creationId xmlns:a16="http://schemas.microsoft.com/office/drawing/2014/main" id="{1E67A0A4-F964-4E95-B836-83B9DA51486C}"/>
              </a:ext>
              <a:ext uri="{C183D7F6-B498-43B3-948B-1728B52AA6E4}">
                <adec:decorative xmlns:adec="http://schemas.microsoft.com/office/drawing/2017/decorative" val="1"/>
              </a:ext>
            </a:extLst>
          </p:cNvPr>
          <p:cNvSpPr>
            <a:spLocks noGrp="1"/>
          </p:cNvSpPr>
          <p:nvPr>
            <p:ph type="sldNum" sz="quarter" idx="27"/>
          </p:nvPr>
        </p:nvSpPr>
        <p:spPr/>
        <p:txBody>
          <a:bodyPr/>
          <a:lstStyle/>
          <a:p>
            <a:fld id="{9E82CC3C-1DC0-4FDA-9590-6CC506AB67F8}" type="slidenum">
              <a:rPr lang="en-US" smtClean="0"/>
              <a:pPr/>
              <a:t>‹Nr.›</a:t>
            </a:fld>
            <a:endParaRPr lang="en-US" dirty="0"/>
          </a:p>
        </p:txBody>
      </p:sp>
    </p:spTree>
    <p:extLst>
      <p:ext uri="{BB962C8B-B14F-4D97-AF65-F5344CB8AC3E}">
        <p14:creationId xmlns:p14="http://schemas.microsoft.com/office/powerpoint/2010/main" val="262195534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 Personen">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2369BABE-C34D-4B71-ABE7-625BE220F249}"/>
              </a:ext>
            </a:extLst>
          </p:cNvPr>
          <p:cNvSpPr>
            <a:spLocks noGrp="1"/>
          </p:cNvSpPr>
          <p:nvPr>
            <p:ph type="title"/>
          </p:nvPr>
        </p:nvSpPr>
        <p:spPr/>
        <p:txBody>
          <a:bodyPr/>
          <a:lstStyle/>
          <a:p>
            <a:r>
              <a:rPr lang="de-DE" dirty="0"/>
              <a:t>Mastertitelformat bearbeiten</a:t>
            </a:r>
            <a:endParaRPr lang="en-GB" dirty="0"/>
          </a:p>
        </p:txBody>
      </p:sp>
      <p:sp>
        <p:nvSpPr>
          <p:cNvPr id="16" name="Textplatzhalter 7">
            <a:extLst>
              <a:ext uri="{FF2B5EF4-FFF2-40B4-BE49-F238E27FC236}">
                <a16:creationId xmlns:a16="http://schemas.microsoft.com/office/drawing/2014/main" id="{4F73F404-72E1-4BC9-B71C-D15CC679050E}"/>
              </a:ext>
            </a:extLst>
          </p:cNvPr>
          <p:cNvSpPr>
            <a:spLocks noGrp="1"/>
          </p:cNvSpPr>
          <p:nvPr>
            <p:ph type="body" sz="quarter" idx="13" hasCustomPrompt="1"/>
          </p:nvPr>
        </p:nvSpPr>
        <p:spPr>
          <a:xfrm>
            <a:off x="468000" y="576000"/>
            <a:ext cx="8244200" cy="277200"/>
          </a:xfrm>
        </p:spPr>
        <p:txBody>
          <a:bodyPr lIns="0" tIns="0" rIns="0" bIns="0"/>
          <a:lstStyle>
            <a:lvl1pPr marL="0" indent="0">
              <a:buNone/>
              <a:defRPr sz="1800" baseline="0"/>
            </a:lvl1pPr>
          </a:lstStyle>
          <a:p>
            <a:pPr lvl="0"/>
            <a:r>
              <a:rPr lang="de-DE" dirty="0"/>
              <a:t>Untertitel durch Klicken bearbeiten</a:t>
            </a:r>
          </a:p>
        </p:txBody>
      </p:sp>
      <p:sp>
        <p:nvSpPr>
          <p:cNvPr id="9" name="Rechteck 8">
            <a:extLst>
              <a:ext uri="{C183D7F6-B498-43B3-948B-1728B52AA6E4}">
                <adec:decorative xmlns:adec="http://schemas.microsoft.com/office/drawing/2017/decorative" val="1"/>
              </a:ext>
            </a:extLst>
          </p:cNvPr>
          <p:cNvSpPr/>
          <p:nvPr userDrawn="1"/>
        </p:nvSpPr>
        <p:spPr>
          <a:xfrm>
            <a:off x="475247" y="2104084"/>
            <a:ext cx="2814039" cy="262638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1404" dirty="0"/>
          </a:p>
        </p:txBody>
      </p:sp>
      <p:sp>
        <p:nvSpPr>
          <p:cNvPr id="8" name="Bildplatzhalter 7">
            <a:extLst>
              <a:ext uri="{C183D7F6-B498-43B3-948B-1728B52AA6E4}">
                <adec:decorative xmlns:adec="http://schemas.microsoft.com/office/drawing/2017/decorative" val="1"/>
              </a:ext>
            </a:extLst>
          </p:cNvPr>
          <p:cNvSpPr>
            <a:spLocks noGrp="1" noChangeAspect="1"/>
          </p:cNvSpPr>
          <p:nvPr>
            <p:ph type="pic" sz="quarter" idx="14"/>
          </p:nvPr>
        </p:nvSpPr>
        <p:spPr>
          <a:xfrm>
            <a:off x="1162266" y="1287711"/>
            <a:ext cx="1440000" cy="1440000"/>
          </a:xfrm>
          <a:prstGeom prst="ellipse">
            <a:avLst/>
          </a:prstGeom>
          <a:solidFill>
            <a:schemeClr val="bg1">
              <a:lumMod val="95000"/>
            </a:schemeClr>
          </a:solidFill>
        </p:spPr>
        <p:txBody>
          <a:bodyPr tIns="0"/>
          <a:lstStyle>
            <a:lvl1pPr marL="0" indent="0" algn="ctr">
              <a:buNone/>
              <a:defRPr sz="1200"/>
            </a:lvl1pPr>
          </a:lstStyle>
          <a:p>
            <a:r>
              <a:rPr lang="de-DE" dirty="0"/>
              <a:t>Bild durch Klicken auf Symbol hinzufügen</a:t>
            </a:r>
            <a:endParaRPr lang="en-US" dirty="0"/>
          </a:p>
        </p:txBody>
      </p:sp>
      <p:sp>
        <p:nvSpPr>
          <p:cNvPr id="11" name="Textplatzhalter 10"/>
          <p:cNvSpPr>
            <a:spLocks noGrp="1"/>
          </p:cNvSpPr>
          <p:nvPr>
            <p:ph type="body" sz="quarter" idx="15" hasCustomPrompt="1"/>
          </p:nvPr>
        </p:nvSpPr>
        <p:spPr>
          <a:xfrm>
            <a:off x="720000" y="2893320"/>
            <a:ext cx="2340290" cy="226800"/>
          </a:xfrm>
        </p:spPr>
        <p:txBody>
          <a:bodyPr/>
          <a:lstStyle>
            <a:lvl1pPr marL="0" indent="0">
              <a:buNone/>
              <a:defRPr sz="1200" b="1">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Name</a:t>
            </a:r>
          </a:p>
        </p:txBody>
      </p:sp>
      <p:sp>
        <p:nvSpPr>
          <p:cNvPr id="12" name="Textplatzhalter 10"/>
          <p:cNvSpPr>
            <a:spLocks noGrp="1"/>
          </p:cNvSpPr>
          <p:nvPr>
            <p:ph type="body" sz="quarter" idx="16" hasCustomPrompt="1"/>
          </p:nvPr>
        </p:nvSpPr>
        <p:spPr>
          <a:xfrm>
            <a:off x="720000" y="3240001"/>
            <a:ext cx="2340290" cy="1130805"/>
          </a:xfrm>
        </p:spPr>
        <p:txBody>
          <a:bodyPr/>
          <a:lstStyle>
            <a:lvl1pPr marL="0" indent="0">
              <a:spcBef>
                <a:spcPts val="1200"/>
              </a:spcBef>
              <a:buNone/>
              <a:defRPr sz="1200" b="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Institut und Professur</a:t>
            </a:r>
          </a:p>
        </p:txBody>
      </p:sp>
      <p:sp>
        <p:nvSpPr>
          <p:cNvPr id="21" name="Rechteck 20">
            <a:extLst>
              <a:ext uri="{C183D7F6-B498-43B3-948B-1728B52AA6E4}">
                <adec:decorative xmlns:adec="http://schemas.microsoft.com/office/drawing/2017/decorative" val="1"/>
              </a:ext>
            </a:extLst>
          </p:cNvPr>
          <p:cNvSpPr/>
          <p:nvPr userDrawn="1"/>
        </p:nvSpPr>
        <p:spPr>
          <a:xfrm>
            <a:off x="3896479" y="2084206"/>
            <a:ext cx="2814039" cy="262638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1404" dirty="0"/>
          </a:p>
        </p:txBody>
      </p:sp>
      <p:sp>
        <p:nvSpPr>
          <p:cNvPr id="22" name="Bildplatzhalter 7">
            <a:extLst>
              <a:ext uri="{C183D7F6-B498-43B3-948B-1728B52AA6E4}">
                <adec:decorative xmlns:adec="http://schemas.microsoft.com/office/drawing/2017/decorative" val="1"/>
              </a:ext>
            </a:extLst>
          </p:cNvPr>
          <p:cNvSpPr>
            <a:spLocks noGrp="1" noChangeAspect="1"/>
          </p:cNvSpPr>
          <p:nvPr>
            <p:ph type="pic" sz="quarter" idx="17"/>
          </p:nvPr>
        </p:nvSpPr>
        <p:spPr>
          <a:xfrm>
            <a:off x="4583498" y="1287711"/>
            <a:ext cx="1440000" cy="1440000"/>
          </a:xfrm>
          <a:prstGeom prst="ellipse">
            <a:avLst/>
          </a:prstGeom>
          <a:solidFill>
            <a:schemeClr val="bg1">
              <a:lumMod val="95000"/>
            </a:schemeClr>
          </a:solidFill>
        </p:spPr>
        <p:txBody>
          <a:bodyPr tIns="0"/>
          <a:lstStyle>
            <a:lvl1pPr marL="0" indent="0" algn="ctr">
              <a:buNone/>
              <a:defRPr sz="1200"/>
            </a:lvl1pPr>
          </a:lstStyle>
          <a:p>
            <a:r>
              <a:rPr lang="de-DE" dirty="0"/>
              <a:t>Bild durch Klicken auf Symbol hinzufügen</a:t>
            </a:r>
            <a:endParaRPr lang="en-US" dirty="0"/>
          </a:p>
        </p:txBody>
      </p:sp>
      <p:sp>
        <p:nvSpPr>
          <p:cNvPr id="23" name="Textplatzhalter 10"/>
          <p:cNvSpPr>
            <a:spLocks noGrp="1"/>
          </p:cNvSpPr>
          <p:nvPr>
            <p:ph type="body" sz="quarter" idx="18" hasCustomPrompt="1"/>
          </p:nvPr>
        </p:nvSpPr>
        <p:spPr>
          <a:xfrm>
            <a:off x="4134251" y="2893320"/>
            <a:ext cx="2340290" cy="226800"/>
          </a:xfrm>
        </p:spPr>
        <p:txBody>
          <a:bodyPr/>
          <a:lstStyle>
            <a:lvl1pPr marL="0" indent="0">
              <a:buNone/>
              <a:defRPr sz="1200" b="1">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Name</a:t>
            </a:r>
          </a:p>
        </p:txBody>
      </p:sp>
      <p:sp>
        <p:nvSpPr>
          <p:cNvPr id="24" name="Textplatzhalter 10"/>
          <p:cNvSpPr>
            <a:spLocks noGrp="1"/>
          </p:cNvSpPr>
          <p:nvPr>
            <p:ph type="body" sz="quarter" idx="19" hasCustomPrompt="1"/>
          </p:nvPr>
        </p:nvSpPr>
        <p:spPr>
          <a:xfrm>
            <a:off x="4134251" y="3240001"/>
            <a:ext cx="2340290" cy="1130805"/>
          </a:xfrm>
        </p:spPr>
        <p:txBody>
          <a:bodyPr/>
          <a:lstStyle>
            <a:lvl1pPr marL="0" indent="0">
              <a:spcBef>
                <a:spcPts val="1200"/>
              </a:spcBef>
              <a:buNone/>
              <a:defRPr sz="1200" b="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Institut und Professur</a:t>
            </a:r>
          </a:p>
        </p:txBody>
      </p:sp>
      <p:sp>
        <p:nvSpPr>
          <p:cNvPr id="2" name="Datumsplatzhalter 1">
            <a:extLst>
              <a:ext uri="{FF2B5EF4-FFF2-40B4-BE49-F238E27FC236}">
                <a16:creationId xmlns:a16="http://schemas.microsoft.com/office/drawing/2014/main" id="{67891870-DFB4-45E6-9383-4A10E76B3D6A}"/>
              </a:ext>
              <a:ext uri="{C183D7F6-B498-43B3-948B-1728B52AA6E4}">
                <adec:decorative xmlns:adec="http://schemas.microsoft.com/office/drawing/2017/decorative" val="1"/>
              </a:ext>
            </a:extLst>
          </p:cNvPr>
          <p:cNvSpPr>
            <a:spLocks noGrp="1"/>
          </p:cNvSpPr>
          <p:nvPr>
            <p:ph type="dt" sz="half" idx="20"/>
          </p:nvPr>
        </p:nvSpPr>
        <p:spPr/>
        <p:txBody>
          <a:bodyPr/>
          <a:lstStyle/>
          <a:p>
            <a:r>
              <a:rPr lang="de-DE"/>
              <a:t>08/20/2020</a:t>
            </a:r>
            <a:endParaRPr lang="en-US" dirty="0"/>
          </a:p>
        </p:txBody>
      </p:sp>
      <p:sp>
        <p:nvSpPr>
          <p:cNvPr id="7" name="Fußzeilenplatzhalter 6">
            <a:extLst>
              <a:ext uri="{FF2B5EF4-FFF2-40B4-BE49-F238E27FC236}">
                <a16:creationId xmlns:a16="http://schemas.microsoft.com/office/drawing/2014/main" id="{5B04DB42-8004-4EC2-BA6C-C35BBD8F5FAD}"/>
              </a:ext>
              <a:ext uri="{C183D7F6-B498-43B3-948B-1728B52AA6E4}">
                <adec:decorative xmlns:adec="http://schemas.microsoft.com/office/drawing/2017/decorative" val="1"/>
              </a:ext>
            </a:extLst>
          </p:cNvPr>
          <p:cNvSpPr>
            <a:spLocks noGrp="1"/>
          </p:cNvSpPr>
          <p:nvPr>
            <p:ph type="ftr" sz="quarter" idx="21"/>
          </p:nvPr>
        </p:nvSpPr>
        <p:spPr/>
        <p:txBody>
          <a:bodyPr/>
          <a:lstStyle/>
          <a:p>
            <a:r>
              <a:rPr lang="en-US"/>
              <a:t>University of Stuttgart</a:t>
            </a:r>
            <a:endParaRPr lang="en-US" dirty="0"/>
          </a:p>
        </p:txBody>
      </p:sp>
      <p:sp>
        <p:nvSpPr>
          <p:cNvPr id="10" name="Foliennummernplatzhalter 9">
            <a:extLst>
              <a:ext uri="{FF2B5EF4-FFF2-40B4-BE49-F238E27FC236}">
                <a16:creationId xmlns:a16="http://schemas.microsoft.com/office/drawing/2014/main" id="{2AC375FE-0D6A-422E-9BA2-D4859CDA8902}"/>
              </a:ext>
              <a:ext uri="{C183D7F6-B498-43B3-948B-1728B52AA6E4}">
                <adec:decorative xmlns:adec="http://schemas.microsoft.com/office/drawing/2017/decorative" val="1"/>
              </a:ext>
            </a:extLst>
          </p:cNvPr>
          <p:cNvSpPr>
            <a:spLocks noGrp="1"/>
          </p:cNvSpPr>
          <p:nvPr>
            <p:ph type="sldNum" sz="quarter" idx="22"/>
          </p:nvPr>
        </p:nvSpPr>
        <p:spPr/>
        <p:txBody>
          <a:bodyPr/>
          <a:lstStyle/>
          <a:p>
            <a:fld id="{9E82CC3C-1DC0-4FDA-9590-6CC506AB67F8}" type="slidenum">
              <a:rPr lang="en-US" smtClean="0"/>
              <a:pPr/>
              <a:t>‹Nr.›</a:t>
            </a:fld>
            <a:endParaRPr lang="en-US" dirty="0"/>
          </a:p>
        </p:txBody>
      </p:sp>
    </p:spTree>
    <p:extLst>
      <p:ext uri="{BB962C8B-B14F-4D97-AF65-F5344CB8AC3E}">
        <p14:creationId xmlns:p14="http://schemas.microsoft.com/office/powerpoint/2010/main" val="253836258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3 Personen">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38B00749-49F7-4FC9-AE55-9A89B4673F2B}"/>
              </a:ext>
            </a:extLst>
          </p:cNvPr>
          <p:cNvSpPr>
            <a:spLocks noGrp="1"/>
          </p:cNvSpPr>
          <p:nvPr>
            <p:ph type="title"/>
          </p:nvPr>
        </p:nvSpPr>
        <p:spPr/>
        <p:txBody>
          <a:bodyPr/>
          <a:lstStyle/>
          <a:p>
            <a:r>
              <a:rPr lang="de-DE"/>
              <a:t>Mastertitelformat bearbeiten</a:t>
            </a:r>
            <a:endParaRPr lang="en-GB"/>
          </a:p>
        </p:txBody>
      </p:sp>
      <p:sp>
        <p:nvSpPr>
          <p:cNvPr id="25" name="Textplatzhalter 7">
            <a:extLst>
              <a:ext uri="{FF2B5EF4-FFF2-40B4-BE49-F238E27FC236}">
                <a16:creationId xmlns:a16="http://schemas.microsoft.com/office/drawing/2014/main" id="{234A045F-25D1-4F69-800A-3EC98AD24806}"/>
              </a:ext>
            </a:extLst>
          </p:cNvPr>
          <p:cNvSpPr>
            <a:spLocks noGrp="1"/>
          </p:cNvSpPr>
          <p:nvPr>
            <p:ph type="body" sz="quarter" idx="13" hasCustomPrompt="1"/>
          </p:nvPr>
        </p:nvSpPr>
        <p:spPr>
          <a:xfrm>
            <a:off x="468000" y="576000"/>
            <a:ext cx="8244200" cy="277200"/>
          </a:xfrm>
        </p:spPr>
        <p:txBody>
          <a:bodyPr lIns="0" tIns="0" rIns="0" bIns="0"/>
          <a:lstStyle>
            <a:lvl1pPr marL="0" indent="0">
              <a:buNone/>
              <a:defRPr sz="1800" baseline="0"/>
            </a:lvl1pPr>
          </a:lstStyle>
          <a:p>
            <a:pPr lvl="0"/>
            <a:r>
              <a:rPr lang="de-DE" dirty="0"/>
              <a:t>Untertitel durch Klicken bearbeiten</a:t>
            </a:r>
          </a:p>
        </p:txBody>
      </p:sp>
      <p:sp>
        <p:nvSpPr>
          <p:cNvPr id="9" name="Rechteck 8">
            <a:extLst>
              <a:ext uri="{C183D7F6-B498-43B3-948B-1728B52AA6E4}">
                <adec:decorative xmlns:adec="http://schemas.microsoft.com/office/drawing/2017/decorative" val="1"/>
              </a:ext>
            </a:extLst>
          </p:cNvPr>
          <p:cNvSpPr/>
          <p:nvPr userDrawn="1"/>
        </p:nvSpPr>
        <p:spPr>
          <a:xfrm>
            <a:off x="475246" y="2084206"/>
            <a:ext cx="2520000" cy="262638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1404" dirty="0"/>
          </a:p>
        </p:txBody>
      </p:sp>
      <p:sp>
        <p:nvSpPr>
          <p:cNvPr id="21" name="Bildplatzhalter 7">
            <a:extLst>
              <a:ext uri="{FF2B5EF4-FFF2-40B4-BE49-F238E27FC236}">
                <a16:creationId xmlns:a16="http://schemas.microsoft.com/office/drawing/2014/main" id="{0CCFCC13-9E94-4A8E-927E-B90EB96934B9}"/>
              </a:ext>
              <a:ext uri="{C183D7F6-B498-43B3-948B-1728B52AA6E4}">
                <adec:decorative xmlns:adec="http://schemas.microsoft.com/office/drawing/2017/decorative" val="1"/>
              </a:ext>
            </a:extLst>
          </p:cNvPr>
          <p:cNvSpPr>
            <a:spLocks noGrp="1" noChangeAspect="1"/>
          </p:cNvSpPr>
          <p:nvPr>
            <p:ph type="pic" sz="quarter" idx="14"/>
          </p:nvPr>
        </p:nvSpPr>
        <p:spPr>
          <a:xfrm>
            <a:off x="1015246" y="1287711"/>
            <a:ext cx="1440000" cy="1440000"/>
          </a:xfrm>
          <a:prstGeom prst="ellipse">
            <a:avLst/>
          </a:prstGeom>
          <a:solidFill>
            <a:schemeClr val="bg1">
              <a:lumMod val="95000"/>
            </a:schemeClr>
          </a:solidFill>
        </p:spPr>
        <p:txBody>
          <a:bodyPr tIns="0"/>
          <a:lstStyle>
            <a:lvl1pPr marL="0" indent="0" algn="ctr">
              <a:buNone/>
              <a:defRPr sz="1200"/>
            </a:lvl1pPr>
          </a:lstStyle>
          <a:p>
            <a:r>
              <a:rPr lang="de-DE" dirty="0"/>
              <a:t>Bild durch Klicken auf Symbol hinzufügen</a:t>
            </a:r>
            <a:endParaRPr lang="en-US" dirty="0"/>
          </a:p>
        </p:txBody>
      </p:sp>
      <p:sp>
        <p:nvSpPr>
          <p:cNvPr id="11" name="Textplatzhalter 10"/>
          <p:cNvSpPr>
            <a:spLocks noGrp="1"/>
          </p:cNvSpPr>
          <p:nvPr>
            <p:ph type="body" sz="quarter" idx="15" hasCustomPrompt="1"/>
          </p:nvPr>
        </p:nvSpPr>
        <p:spPr>
          <a:xfrm>
            <a:off x="720000" y="2893320"/>
            <a:ext cx="2160000" cy="226800"/>
          </a:xfrm>
        </p:spPr>
        <p:txBody>
          <a:bodyPr/>
          <a:lstStyle>
            <a:lvl1pPr marL="0" indent="0">
              <a:buNone/>
              <a:defRPr sz="1200" b="1">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Name</a:t>
            </a:r>
          </a:p>
        </p:txBody>
      </p:sp>
      <p:sp>
        <p:nvSpPr>
          <p:cNvPr id="12" name="Textplatzhalter 10"/>
          <p:cNvSpPr>
            <a:spLocks noGrp="1"/>
          </p:cNvSpPr>
          <p:nvPr>
            <p:ph type="body" sz="quarter" idx="16" hasCustomPrompt="1"/>
          </p:nvPr>
        </p:nvSpPr>
        <p:spPr>
          <a:xfrm>
            <a:off x="720000" y="3240001"/>
            <a:ext cx="2160000" cy="1130805"/>
          </a:xfrm>
        </p:spPr>
        <p:txBody>
          <a:bodyPr/>
          <a:lstStyle>
            <a:lvl1pPr marL="0" indent="0">
              <a:spcBef>
                <a:spcPts val="1200"/>
              </a:spcBef>
              <a:buNone/>
              <a:defRPr sz="1200" b="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Institut und Professur</a:t>
            </a:r>
          </a:p>
        </p:txBody>
      </p:sp>
      <p:sp>
        <p:nvSpPr>
          <p:cNvPr id="13" name="Rechteck 12">
            <a:extLst>
              <a:ext uri="{C183D7F6-B498-43B3-948B-1728B52AA6E4}">
                <adec:decorative xmlns:adec="http://schemas.microsoft.com/office/drawing/2017/decorative" val="1"/>
              </a:ext>
            </a:extLst>
          </p:cNvPr>
          <p:cNvSpPr/>
          <p:nvPr userDrawn="1"/>
        </p:nvSpPr>
        <p:spPr>
          <a:xfrm>
            <a:off x="3335345" y="2084206"/>
            <a:ext cx="2520000" cy="262638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1404" dirty="0"/>
          </a:p>
        </p:txBody>
      </p:sp>
      <p:sp>
        <p:nvSpPr>
          <p:cNvPr id="22" name="Bildplatzhalter 7">
            <a:extLst>
              <a:ext uri="{FF2B5EF4-FFF2-40B4-BE49-F238E27FC236}">
                <a16:creationId xmlns:a16="http://schemas.microsoft.com/office/drawing/2014/main" id="{34D29721-8BC0-4D90-A4F3-75A72451E902}"/>
              </a:ext>
              <a:ext uri="{C183D7F6-B498-43B3-948B-1728B52AA6E4}">
                <adec:decorative xmlns:adec="http://schemas.microsoft.com/office/drawing/2017/decorative" val="1"/>
              </a:ext>
            </a:extLst>
          </p:cNvPr>
          <p:cNvSpPr>
            <a:spLocks noGrp="1" noChangeAspect="1"/>
          </p:cNvSpPr>
          <p:nvPr>
            <p:ph type="pic" sz="quarter" idx="17"/>
          </p:nvPr>
        </p:nvSpPr>
        <p:spPr>
          <a:xfrm>
            <a:off x="3875345" y="1287711"/>
            <a:ext cx="1440000" cy="1440000"/>
          </a:xfrm>
          <a:prstGeom prst="ellipse">
            <a:avLst/>
          </a:prstGeom>
          <a:solidFill>
            <a:schemeClr val="bg1">
              <a:lumMod val="95000"/>
            </a:schemeClr>
          </a:solidFill>
        </p:spPr>
        <p:txBody>
          <a:bodyPr tIns="0"/>
          <a:lstStyle>
            <a:lvl1pPr marL="0" indent="0" algn="ctr">
              <a:buNone/>
              <a:defRPr sz="1200"/>
            </a:lvl1pPr>
          </a:lstStyle>
          <a:p>
            <a:r>
              <a:rPr lang="de-DE" dirty="0"/>
              <a:t>Bild durch Klicken auf Symbol hinzufügen</a:t>
            </a:r>
            <a:endParaRPr lang="en-US" dirty="0"/>
          </a:p>
        </p:txBody>
      </p:sp>
      <p:sp>
        <p:nvSpPr>
          <p:cNvPr id="15" name="Textplatzhalter 10"/>
          <p:cNvSpPr>
            <a:spLocks noGrp="1"/>
          </p:cNvSpPr>
          <p:nvPr>
            <p:ph type="body" sz="quarter" idx="18" hasCustomPrompt="1"/>
          </p:nvPr>
        </p:nvSpPr>
        <p:spPr>
          <a:xfrm>
            <a:off x="3576609" y="2893320"/>
            <a:ext cx="2160000" cy="226800"/>
          </a:xfrm>
        </p:spPr>
        <p:txBody>
          <a:bodyPr/>
          <a:lstStyle>
            <a:lvl1pPr marL="0" indent="0">
              <a:buNone/>
              <a:defRPr sz="1200" b="1">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Name</a:t>
            </a:r>
          </a:p>
        </p:txBody>
      </p:sp>
      <p:sp>
        <p:nvSpPr>
          <p:cNvPr id="16" name="Textplatzhalter 10"/>
          <p:cNvSpPr>
            <a:spLocks noGrp="1"/>
          </p:cNvSpPr>
          <p:nvPr>
            <p:ph type="body" sz="quarter" idx="19" hasCustomPrompt="1"/>
          </p:nvPr>
        </p:nvSpPr>
        <p:spPr>
          <a:xfrm>
            <a:off x="3576609" y="3240001"/>
            <a:ext cx="2160000" cy="1130805"/>
          </a:xfrm>
        </p:spPr>
        <p:txBody>
          <a:bodyPr/>
          <a:lstStyle>
            <a:lvl1pPr marL="0" indent="0">
              <a:spcBef>
                <a:spcPts val="1200"/>
              </a:spcBef>
              <a:buNone/>
              <a:defRPr sz="1200" b="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Institut und Professur</a:t>
            </a:r>
          </a:p>
        </p:txBody>
      </p:sp>
      <p:sp>
        <p:nvSpPr>
          <p:cNvPr id="17" name="Rechteck 16">
            <a:extLst>
              <a:ext uri="{C183D7F6-B498-43B3-948B-1728B52AA6E4}">
                <adec:decorative xmlns:adec="http://schemas.microsoft.com/office/drawing/2017/decorative" val="1"/>
              </a:ext>
            </a:extLst>
          </p:cNvPr>
          <p:cNvSpPr/>
          <p:nvPr userDrawn="1"/>
        </p:nvSpPr>
        <p:spPr>
          <a:xfrm>
            <a:off x="6195444" y="2084205"/>
            <a:ext cx="2520000" cy="26263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1404" dirty="0"/>
          </a:p>
        </p:txBody>
      </p:sp>
      <p:sp>
        <p:nvSpPr>
          <p:cNvPr id="23" name="Bildplatzhalter 7">
            <a:extLst>
              <a:ext uri="{FF2B5EF4-FFF2-40B4-BE49-F238E27FC236}">
                <a16:creationId xmlns:a16="http://schemas.microsoft.com/office/drawing/2014/main" id="{01CD30C1-0EF4-4BAD-97BF-FFFDBEF2C182}"/>
              </a:ext>
              <a:ext uri="{C183D7F6-B498-43B3-948B-1728B52AA6E4}">
                <adec:decorative xmlns:adec="http://schemas.microsoft.com/office/drawing/2017/decorative" val="1"/>
              </a:ext>
            </a:extLst>
          </p:cNvPr>
          <p:cNvSpPr>
            <a:spLocks noGrp="1" noChangeAspect="1"/>
          </p:cNvSpPr>
          <p:nvPr>
            <p:ph type="pic" sz="quarter" idx="23"/>
          </p:nvPr>
        </p:nvSpPr>
        <p:spPr>
          <a:xfrm>
            <a:off x="6735444" y="1287711"/>
            <a:ext cx="1440000" cy="1440000"/>
          </a:xfrm>
          <a:prstGeom prst="ellipse">
            <a:avLst/>
          </a:prstGeom>
          <a:solidFill>
            <a:schemeClr val="bg1">
              <a:lumMod val="95000"/>
            </a:schemeClr>
          </a:solidFill>
        </p:spPr>
        <p:txBody>
          <a:bodyPr tIns="0"/>
          <a:lstStyle>
            <a:lvl1pPr marL="0" indent="0" algn="ctr">
              <a:buNone/>
              <a:defRPr sz="1200"/>
            </a:lvl1pPr>
          </a:lstStyle>
          <a:p>
            <a:r>
              <a:rPr lang="de-DE" dirty="0"/>
              <a:t>Bild durch Klicken auf Symbol hinzufügen</a:t>
            </a:r>
            <a:endParaRPr lang="en-US" dirty="0"/>
          </a:p>
        </p:txBody>
      </p:sp>
      <p:sp>
        <p:nvSpPr>
          <p:cNvPr id="19" name="Textplatzhalter 10"/>
          <p:cNvSpPr>
            <a:spLocks noGrp="1"/>
          </p:cNvSpPr>
          <p:nvPr>
            <p:ph type="body" sz="quarter" idx="21" hasCustomPrompt="1"/>
          </p:nvPr>
        </p:nvSpPr>
        <p:spPr>
          <a:xfrm>
            <a:off x="6433218" y="2893320"/>
            <a:ext cx="2160000" cy="226800"/>
          </a:xfrm>
        </p:spPr>
        <p:txBody>
          <a:bodyPr/>
          <a:lstStyle>
            <a:lvl1pPr marL="0" indent="0">
              <a:buNone/>
              <a:defRPr sz="1200" b="1">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Name</a:t>
            </a:r>
          </a:p>
        </p:txBody>
      </p:sp>
      <p:sp>
        <p:nvSpPr>
          <p:cNvPr id="20" name="Textplatzhalter 10"/>
          <p:cNvSpPr>
            <a:spLocks noGrp="1"/>
          </p:cNvSpPr>
          <p:nvPr>
            <p:ph type="body" sz="quarter" idx="22" hasCustomPrompt="1"/>
          </p:nvPr>
        </p:nvSpPr>
        <p:spPr>
          <a:xfrm>
            <a:off x="6433218" y="3240001"/>
            <a:ext cx="2160000" cy="1130805"/>
          </a:xfrm>
        </p:spPr>
        <p:txBody>
          <a:bodyPr/>
          <a:lstStyle>
            <a:lvl1pPr marL="0" indent="0">
              <a:spcBef>
                <a:spcPts val="1200"/>
              </a:spcBef>
              <a:buNone/>
              <a:defRPr sz="1200" b="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Institut und Professur</a:t>
            </a:r>
          </a:p>
        </p:txBody>
      </p:sp>
      <p:sp>
        <p:nvSpPr>
          <p:cNvPr id="2" name="Datumsplatzhalter 1">
            <a:extLst>
              <a:ext uri="{FF2B5EF4-FFF2-40B4-BE49-F238E27FC236}">
                <a16:creationId xmlns:a16="http://schemas.microsoft.com/office/drawing/2014/main" id="{B5737E52-6A3C-46DC-946E-C8C9351FA4CA}"/>
              </a:ext>
              <a:ext uri="{C183D7F6-B498-43B3-948B-1728B52AA6E4}">
                <adec:decorative xmlns:adec="http://schemas.microsoft.com/office/drawing/2017/decorative" val="1"/>
              </a:ext>
            </a:extLst>
          </p:cNvPr>
          <p:cNvSpPr>
            <a:spLocks noGrp="1"/>
          </p:cNvSpPr>
          <p:nvPr>
            <p:ph type="dt" sz="half" idx="24"/>
          </p:nvPr>
        </p:nvSpPr>
        <p:spPr/>
        <p:txBody>
          <a:bodyPr/>
          <a:lstStyle/>
          <a:p>
            <a:r>
              <a:rPr lang="de-DE"/>
              <a:t>08/20/2020</a:t>
            </a:r>
            <a:endParaRPr lang="en-US" dirty="0"/>
          </a:p>
        </p:txBody>
      </p:sp>
      <p:sp>
        <p:nvSpPr>
          <p:cNvPr id="7" name="Fußzeilenplatzhalter 6">
            <a:extLst>
              <a:ext uri="{FF2B5EF4-FFF2-40B4-BE49-F238E27FC236}">
                <a16:creationId xmlns:a16="http://schemas.microsoft.com/office/drawing/2014/main" id="{F045F5D0-F689-442E-B9D8-1F4BAD70A0FF}"/>
              </a:ext>
              <a:ext uri="{C183D7F6-B498-43B3-948B-1728B52AA6E4}">
                <adec:decorative xmlns:adec="http://schemas.microsoft.com/office/drawing/2017/decorative" val="1"/>
              </a:ext>
            </a:extLst>
          </p:cNvPr>
          <p:cNvSpPr>
            <a:spLocks noGrp="1"/>
          </p:cNvSpPr>
          <p:nvPr>
            <p:ph type="ftr" sz="quarter" idx="25"/>
          </p:nvPr>
        </p:nvSpPr>
        <p:spPr/>
        <p:txBody>
          <a:bodyPr/>
          <a:lstStyle/>
          <a:p>
            <a:r>
              <a:rPr lang="en-US"/>
              <a:t>University of Stuttgart</a:t>
            </a:r>
            <a:endParaRPr lang="en-US" dirty="0"/>
          </a:p>
        </p:txBody>
      </p:sp>
      <p:sp>
        <p:nvSpPr>
          <p:cNvPr id="8" name="Foliennummernplatzhalter 7">
            <a:extLst>
              <a:ext uri="{FF2B5EF4-FFF2-40B4-BE49-F238E27FC236}">
                <a16:creationId xmlns:a16="http://schemas.microsoft.com/office/drawing/2014/main" id="{FA0B96AE-C8F3-44FA-AE7D-D6C08699149A}"/>
              </a:ext>
              <a:ext uri="{C183D7F6-B498-43B3-948B-1728B52AA6E4}">
                <adec:decorative xmlns:adec="http://schemas.microsoft.com/office/drawing/2017/decorative" val="1"/>
              </a:ext>
            </a:extLst>
          </p:cNvPr>
          <p:cNvSpPr>
            <a:spLocks noGrp="1"/>
          </p:cNvSpPr>
          <p:nvPr>
            <p:ph type="sldNum" sz="quarter" idx="26"/>
          </p:nvPr>
        </p:nvSpPr>
        <p:spPr/>
        <p:txBody>
          <a:bodyPr/>
          <a:lstStyle/>
          <a:p>
            <a:fld id="{9E82CC3C-1DC0-4FDA-9590-6CC506AB67F8}" type="slidenum">
              <a:rPr lang="en-US" smtClean="0"/>
              <a:pPr/>
              <a:t>‹Nr.›</a:t>
            </a:fld>
            <a:endParaRPr lang="en-US" dirty="0"/>
          </a:p>
        </p:txBody>
      </p:sp>
    </p:spTree>
    <p:extLst>
      <p:ext uri="{BB962C8B-B14F-4D97-AF65-F5344CB8AC3E}">
        <p14:creationId xmlns:p14="http://schemas.microsoft.com/office/powerpoint/2010/main" val="259780977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4 Personen">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300D522C-4936-4859-8D4D-0C55FD55D08F}"/>
              </a:ext>
            </a:extLst>
          </p:cNvPr>
          <p:cNvSpPr>
            <a:spLocks noGrp="1"/>
          </p:cNvSpPr>
          <p:nvPr>
            <p:ph type="title"/>
          </p:nvPr>
        </p:nvSpPr>
        <p:spPr/>
        <p:txBody>
          <a:bodyPr/>
          <a:lstStyle/>
          <a:p>
            <a:r>
              <a:rPr lang="de-DE"/>
              <a:t>Mastertitelformat bearbeiten</a:t>
            </a:r>
            <a:endParaRPr lang="en-GB"/>
          </a:p>
        </p:txBody>
      </p:sp>
      <p:sp>
        <p:nvSpPr>
          <p:cNvPr id="29" name="Textplatzhalter 7">
            <a:extLst>
              <a:ext uri="{FF2B5EF4-FFF2-40B4-BE49-F238E27FC236}">
                <a16:creationId xmlns:a16="http://schemas.microsoft.com/office/drawing/2014/main" id="{51AA1992-9A0E-4E06-BCFA-97D889E62091}"/>
              </a:ext>
            </a:extLst>
          </p:cNvPr>
          <p:cNvSpPr>
            <a:spLocks noGrp="1"/>
          </p:cNvSpPr>
          <p:nvPr>
            <p:ph type="body" sz="quarter" idx="13" hasCustomPrompt="1"/>
          </p:nvPr>
        </p:nvSpPr>
        <p:spPr>
          <a:xfrm>
            <a:off x="468000" y="576000"/>
            <a:ext cx="8244200" cy="277200"/>
          </a:xfrm>
        </p:spPr>
        <p:txBody>
          <a:bodyPr lIns="0" tIns="0" rIns="0" bIns="0"/>
          <a:lstStyle>
            <a:lvl1pPr marL="0" indent="0">
              <a:buNone/>
              <a:defRPr sz="1800" baseline="0"/>
            </a:lvl1pPr>
          </a:lstStyle>
          <a:p>
            <a:pPr lvl="0"/>
            <a:r>
              <a:rPr lang="de-DE" dirty="0"/>
              <a:t>Untertitel durch Klicken bearbeiten</a:t>
            </a:r>
          </a:p>
        </p:txBody>
      </p:sp>
      <p:sp>
        <p:nvSpPr>
          <p:cNvPr id="9" name="Rechteck 8">
            <a:extLst>
              <a:ext uri="{C183D7F6-B498-43B3-948B-1728B52AA6E4}">
                <adec:decorative xmlns:adec="http://schemas.microsoft.com/office/drawing/2017/decorative" val="1"/>
              </a:ext>
            </a:extLst>
          </p:cNvPr>
          <p:cNvSpPr/>
          <p:nvPr userDrawn="1"/>
        </p:nvSpPr>
        <p:spPr>
          <a:xfrm>
            <a:off x="466728" y="2084206"/>
            <a:ext cx="2031501" cy="262590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1404" dirty="0"/>
          </a:p>
        </p:txBody>
      </p:sp>
      <p:sp>
        <p:nvSpPr>
          <p:cNvPr id="23" name="Bildplatzhalter 7">
            <a:extLst>
              <a:ext uri="{FF2B5EF4-FFF2-40B4-BE49-F238E27FC236}">
                <a16:creationId xmlns:a16="http://schemas.microsoft.com/office/drawing/2014/main" id="{8148DC21-4CB2-4171-8B0E-7865619CB5BB}"/>
              </a:ext>
              <a:ext uri="{C183D7F6-B498-43B3-948B-1728B52AA6E4}">
                <adec:decorative xmlns:adec="http://schemas.microsoft.com/office/drawing/2017/decorative" val="1"/>
              </a:ext>
            </a:extLst>
          </p:cNvPr>
          <p:cNvSpPr>
            <a:spLocks noGrp="1" noChangeAspect="1"/>
          </p:cNvSpPr>
          <p:nvPr>
            <p:ph type="pic" sz="quarter" idx="14"/>
          </p:nvPr>
        </p:nvSpPr>
        <p:spPr>
          <a:xfrm>
            <a:off x="832678" y="1287711"/>
            <a:ext cx="1299600" cy="1299600"/>
          </a:xfrm>
          <a:prstGeom prst="ellipse">
            <a:avLst/>
          </a:prstGeom>
          <a:solidFill>
            <a:schemeClr val="bg1">
              <a:lumMod val="95000"/>
            </a:schemeClr>
          </a:solidFill>
        </p:spPr>
        <p:txBody>
          <a:bodyPr tIns="0"/>
          <a:lstStyle>
            <a:lvl1pPr marL="0" indent="0" algn="ctr">
              <a:buNone/>
              <a:defRPr sz="1200"/>
            </a:lvl1pPr>
          </a:lstStyle>
          <a:p>
            <a:r>
              <a:rPr lang="de-DE" dirty="0"/>
              <a:t>Bild durch Klicken auf Symbol hinzufügen</a:t>
            </a:r>
            <a:endParaRPr lang="en-US" dirty="0"/>
          </a:p>
        </p:txBody>
      </p:sp>
      <p:sp>
        <p:nvSpPr>
          <p:cNvPr id="11" name="Textplatzhalter 10"/>
          <p:cNvSpPr>
            <a:spLocks noGrp="1"/>
          </p:cNvSpPr>
          <p:nvPr>
            <p:ph type="body" sz="quarter" idx="15" hasCustomPrompt="1"/>
          </p:nvPr>
        </p:nvSpPr>
        <p:spPr>
          <a:xfrm>
            <a:off x="669981" y="2753398"/>
            <a:ext cx="1624994" cy="366998"/>
          </a:xfrm>
        </p:spPr>
        <p:txBody>
          <a:bodyPr/>
          <a:lstStyle>
            <a:lvl1pPr marL="0" indent="0">
              <a:buNone/>
              <a:defRPr sz="1200" b="1">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Name</a:t>
            </a:r>
          </a:p>
        </p:txBody>
      </p:sp>
      <p:sp>
        <p:nvSpPr>
          <p:cNvPr id="12" name="Textplatzhalter 10"/>
          <p:cNvSpPr>
            <a:spLocks noGrp="1"/>
          </p:cNvSpPr>
          <p:nvPr>
            <p:ph type="body" sz="quarter" idx="16" hasCustomPrompt="1"/>
          </p:nvPr>
        </p:nvSpPr>
        <p:spPr>
          <a:xfrm>
            <a:off x="669981" y="3288873"/>
            <a:ext cx="1624994" cy="1293065"/>
          </a:xfrm>
        </p:spPr>
        <p:txBody>
          <a:bodyPr/>
          <a:lstStyle>
            <a:lvl1pPr marL="0" indent="0">
              <a:spcBef>
                <a:spcPts val="1200"/>
              </a:spcBef>
              <a:buNone/>
              <a:defRPr sz="1200" b="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Institut und Professur</a:t>
            </a:r>
          </a:p>
        </p:txBody>
      </p:sp>
      <p:sp>
        <p:nvSpPr>
          <p:cNvPr id="24" name="Rechteck 23">
            <a:extLst>
              <a:ext uri="{C183D7F6-B498-43B3-948B-1728B52AA6E4}">
                <adec:decorative xmlns:adec="http://schemas.microsoft.com/office/drawing/2017/decorative" val="1"/>
              </a:ext>
            </a:extLst>
          </p:cNvPr>
          <p:cNvSpPr/>
          <p:nvPr userDrawn="1"/>
        </p:nvSpPr>
        <p:spPr>
          <a:xfrm>
            <a:off x="2556630" y="2084206"/>
            <a:ext cx="2016000" cy="262590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1404" dirty="0"/>
          </a:p>
        </p:txBody>
      </p:sp>
      <p:sp>
        <p:nvSpPr>
          <p:cNvPr id="37" name="Bildplatzhalter 7">
            <a:extLst>
              <a:ext uri="{FF2B5EF4-FFF2-40B4-BE49-F238E27FC236}">
                <a16:creationId xmlns:a16="http://schemas.microsoft.com/office/drawing/2014/main" id="{515DA547-D380-4DDE-8F77-C8902B702291}"/>
              </a:ext>
              <a:ext uri="{C183D7F6-B498-43B3-948B-1728B52AA6E4}">
                <adec:decorative xmlns:adec="http://schemas.microsoft.com/office/drawing/2017/decorative" val="1"/>
              </a:ext>
            </a:extLst>
          </p:cNvPr>
          <p:cNvSpPr>
            <a:spLocks noGrp="1" noChangeAspect="1"/>
          </p:cNvSpPr>
          <p:nvPr>
            <p:ph type="pic" sz="quarter" idx="26"/>
          </p:nvPr>
        </p:nvSpPr>
        <p:spPr>
          <a:xfrm>
            <a:off x="2914830" y="1287711"/>
            <a:ext cx="1299600" cy="1299600"/>
          </a:xfrm>
          <a:prstGeom prst="ellipse">
            <a:avLst/>
          </a:prstGeom>
          <a:solidFill>
            <a:schemeClr val="bg1">
              <a:lumMod val="95000"/>
            </a:schemeClr>
          </a:solidFill>
        </p:spPr>
        <p:txBody>
          <a:bodyPr tIns="0"/>
          <a:lstStyle>
            <a:lvl1pPr marL="0" indent="0" algn="ctr">
              <a:buNone/>
              <a:defRPr sz="1200"/>
            </a:lvl1pPr>
          </a:lstStyle>
          <a:p>
            <a:r>
              <a:rPr lang="de-DE" dirty="0"/>
              <a:t>Bild durch Klicken auf Symbol hinzufügen</a:t>
            </a:r>
            <a:endParaRPr lang="en-US" dirty="0"/>
          </a:p>
        </p:txBody>
      </p:sp>
      <p:sp>
        <p:nvSpPr>
          <p:cNvPr id="26" name="Textplatzhalter 10"/>
          <p:cNvSpPr>
            <a:spLocks noGrp="1"/>
          </p:cNvSpPr>
          <p:nvPr>
            <p:ph type="body" sz="quarter" idx="18" hasCustomPrompt="1"/>
          </p:nvPr>
        </p:nvSpPr>
        <p:spPr>
          <a:xfrm>
            <a:off x="2752133" y="2753398"/>
            <a:ext cx="1624994" cy="366998"/>
          </a:xfrm>
        </p:spPr>
        <p:txBody>
          <a:bodyPr/>
          <a:lstStyle>
            <a:lvl1pPr marL="0" indent="0">
              <a:buNone/>
              <a:defRPr sz="1200" b="1">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Name</a:t>
            </a:r>
          </a:p>
        </p:txBody>
      </p:sp>
      <p:sp>
        <p:nvSpPr>
          <p:cNvPr id="27" name="Textplatzhalter 10"/>
          <p:cNvSpPr>
            <a:spLocks noGrp="1"/>
          </p:cNvSpPr>
          <p:nvPr>
            <p:ph type="body" sz="quarter" idx="19" hasCustomPrompt="1"/>
          </p:nvPr>
        </p:nvSpPr>
        <p:spPr>
          <a:xfrm>
            <a:off x="2752133" y="3288873"/>
            <a:ext cx="1624994" cy="1293065"/>
          </a:xfrm>
        </p:spPr>
        <p:txBody>
          <a:bodyPr/>
          <a:lstStyle>
            <a:lvl1pPr marL="0" indent="0">
              <a:spcBef>
                <a:spcPts val="1200"/>
              </a:spcBef>
              <a:buNone/>
              <a:defRPr sz="1200" b="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Institut und Professur</a:t>
            </a:r>
          </a:p>
        </p:txBody>
      </p:sp>
      <p:sp>
        <p:nvSpPr>
          <p:cNvPr id="28" name="Rechteck 27">
            <a:extLst>
              <a:ext uri="{C183D7F6-B498-43B3-948B-1728B52AA6E4}">
                <adec:decorative xmlns:adec="http://schemas.microsoft.com/office/drawing/2017/decorative" val="1"/>
              </a:ext>
            </a:extLst>
          </p:cNvPr>
          <p:cNvSpPr/>
          <p:nvPr userDrawn="1"/>
        </p:nvSpPr>
        <p:spPr>
          <a:xfrm>
            <a:off x="4631031" y="2084206"/>
            <a:ext cx="2016000" cy="262590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1404" dirty="0"/>
          </a:p>
        </p:txBody>
      </p:sp>
      <p:sp>
        <p:nvSpPr>
          <p:cNvPr id="38" name="Bildplatzhalter 7">
            <a:extLst>
              <a:ext uri="{FF2B5EF4-FFF2-40B4-BE49-F238E27FC236}">
                <a16:creationId xmlns:a16="http://schemas.microsoft.com/office/drawing/2014/main" id="{27A38D11-8E8E-44F4-9460-58E87F53EFA8}"/>
              </a:ext>
              <a:ext uri="{C183D7F6-B498-43B3-948B-1728B52AA6E4}">
                <adec:decorative xmlns:adec="http://schemas.microsoft.com/office/drawing/2017/decorative" val="1"/>
              </a:ext>
            </a:extLst>
          </p:cNvPr>
          <p:cNvSpPr>
            <a:spLocks noGrp="1" noChangeAspect="1"/>
          </p:cNvSpPr>
          <p:nvPr>
            <p:ph type="pic" sz="quarter" idx="27"/>
          </p:nvPr>
        </p:nvSpPr>
        <p:spPr>
          <a:xfrm>
            <a:off x="4989231" y="1287711"/>
            <a:ext cx="1299600" cy="1299600"/>
          </a:xfrm>
          <a:prstGeom prst="ellipse">
            <a:avLst/>
          </a:prstGeom>
          <a:solidFill>
            <a:schemeClr val="bg1">
              <a:lumMod val="95000"/>
            </a:schemeClr>
          </a:solidFill>
        </p:spPr>
        <p:txBody>
          <a:bodyPr tIns="0"/>
          <a:lstStyle>
            <a:lvl1pPr marL="0" indent="0" algn="ctr">
              <a:buNone/>
              <a:defRPr sz="1200"/>
            </a:lvl1pPr>
          </a:lstStyle>
          <a:p>
            <a:r>
              <a:rPr lang="de-DE" dirty="0"/>
              <a:t>Bild durch Klicken auf Symbol hinzufügen</a:t>
            </a:r>
            <a:endParaRPr lang="en-US" dirty="0"/>
          </a:p>
        </p:txBody>
      </p:sp>
      <p:sp>
        <p:nvSpPr>
          <p:cNvPr id="30" name="Textplatzhalter 10"/>
          <p:cNvSpPr>
            <a:spLocks noGrp="1"/>
          </p:cNvSpPr>
          <p:nvPr>
            <p:ph type="body" sz="quarter" idx="21" hasCustomPrompt="1"/>
          </p:nvPr>
        </p:nvSpPr>
        <p:spPr>
          <a:xfrm>
            <a:off x="4826534" y="2753398"/>
            <a:ext cx="1624994" cy="366998"/>
          </a:xfrm>
        </p:spPr>
        <p:txBody>
          <a:bodyPr/>
          <a:lstStyle>
            <a:lvl1pPr marL="0" indent="0">
              <a:buNone/>
              <a:defRPr sz="1200" b="1">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Name</a:t>
            </a:r>
          </a:p>
        </p:txBody>
      </p:sp>
      <p:sp>
        <p:nvSpPr>
          <p:cNvPr id="31" name="Textplatzhalter 10"/>
          <p:cNvSpPr>
            <a:spLocks noGrp="1"/>
          </p:cNvSpPr>
          <p:nvPr>
            <p:ph type="body" sz="quarter" idx="22" hasCustomPrompt="1"/>
          </p:nvPr>
        </p:nvSpPr>
        <p:spPr>
          <a:xfrm>
            <a:off x="4826534" y="3288873"/>
            <a:ext cx="1624994" cy="1293065"/>
          </a:xfrm>
        </p:spPr>
        <p:txBody>
          <a:bodyPr/>
          <a:lstStyle>
            <a:lvl1pPr marL="0" indent="0">
              <a:spcBef>
                <a:spcPts val="1200"/>
              </a:spcBef>
              <a:buNone/>
              <a:defRPr sz="1200" b="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Institut und Professur</a:t>
            </a:r>
          </a:p>
        </p:txBody>
      </p:sp>
      <p:sp>
        <p:nvSpPr>
          <p:cNvPr id="32" name="Rechteck 31">
            <a:extLst>
              <a:ext uri="{C183D7F6-B498-43B3-948B-1728B52AA6E4}">
                <adec:decorative xmlns:adec="http://schemas.microsoft.com/office/drawing/2017/decorative" val="1"/>
              </a:ext>
            </a:extLst>
          </p:cNvPr>
          <p:cNvSpPr/>
          <p:nvPr userDrawn="1"/>
        </p:nvSpPr>
        <p:spPr>
          <a:xfrm>
            <a:off x="6705432" y="2084206"/>
            <a:ext cx="2016000" cy="262590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1404" dirty="0"/>
          </a:p>
        </p:txBody>
      </p:sp>
      <p:sp>
        <p:nvSpPr>
          <p:cNvPr id="39" name="Bildplatzhalter 7">
            <a:extLst>
              <a:ext uri="{FF2B5EF4-FFF2-40B4-BE49-F238E27FC236}">
                <a16:creationId xmlns:a16="http://schemas.microsoft.com/office/drawing/2014/main" id="{F9D0B43C-E1CE-4C97-B82A-2D4CC82B3CB1}"/>
              </a:ext>
              <a:ext uri="{C183D7F6-B498-43B3-948B-1728B52AA6E4}">
                <adec:decorative xmlns:adec="http://schemas.microsoft.com/office/drawing/2017/decorative" val="1"/>
              </a:ext>
            </a:extLst>
          </p:cNvPr>
          <p:cNvSpPr>
            <a:spLocks noGrp="1" noChangeAspect="1"/>
          </p:cNvSpPr>
          <p:nvPr>
            <p:ph type="pic" sz="quarter" idx="28"/>
          </p:nvPr>
        </p:nvSpPr>
        <p:spPr>
          <a:xfrm>
            <a:off x="7063632" y="1287711"/>
            <a:ext cx="1299600" cy="1299600"/>
          </a:xfrm>
          <a:prstGeom prst="ellipse">
            <a:avLst/>
          </a:prstGeom>
          <a:solidFill>
            <a:schemeClr val="bg1">
              <a:lumMod val="95000"/>
            </a:schemeClr>
          </a:solidFill>
        </p:spPr>
        <p:txBody>
          <a:bodyPr tIns="0"/>
          <a:lstStyle>
            <a:lvl1pPr marL="0" indent="0" algn="ctr">
              <a:buNone/>
              <a:defRPr sz="1200"/>
            </a:lvl1pPr>
          </a:lstStyle>
          <a:p>
            <a:r>
              <a:rPr lang="de-DE" dirty="0"/>
              <a:t>Bild durch Klicken auf Symbol hinzufügen</a:t>
            </a:r>
            <a:endParaRPr lang="en-US" dirty="0"/>
          </a:p>
        </p:txBody>
      </p:sp>
      <p:sp>
        <p:nvSpPr>
          <p:cNvPr id="34" name="Textplatzhalter 10"/>
          <p:cNvSpPr>
            <a:spLocks noGrp="1"/>
          </p:cNvSpPr>
          <p:nvPr>
            <p:ph type="body" sz="quarter" idx="24" hasCustomPrompt="1"/>
          </p:nvPr>
        </p:nvSpPr>
        <p:spPr>
          <a:xfrm>
            <a:off x="6900935" y="2753398"/>
            <a:ext cx="1624994" cy="366998"/>
          </a:xfrm>
        </p:spPr>
        <p:txBody>
          <a:bodyPr/>
          <a:lstStyle>
            <a:lvl1pPr marL="0" indent="0">
              <a:buNone/>
              <a:defRPr sz="1200" b="1">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Name</a:t>
            </a:r>
          </a:p>
        </p:txBody>
      </p:sp>
      <p:sp>
        <p:nvSpPr>
          <p:cNvPr id="35" name="Textplatzhalter 10"/>
          <p:cNvSpPr>
            <a:spLocks noGrp="1"/>
          </p:cNvSpPr>
          <p:nvPr>
            <p:ph type="body" sz="quarter" idx="25" hasCustomPrompt="1"/>
          </p:nvPr>
        </p:nvSpPr>
        <p:spPr>
          <a:xfrm>
            <a:off x="6900935" y="3288873"/>
            <a:ext cx="1624994" cy="1293065"/>
          </a:xfrm>
        </p:spPr>
        <p:txBody>
          <a:bodyPr/>
          <a:lstStyle>
            <a:lvl1pPr marL="0" indent="0">
              <a:spcBef>
                <a:spcPts val="1200"/>
              </a:spcBef>
              <a:buNone/>
              <a:defRPr sz="1200" b="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Institut und Professur</a:t>
            </a:r>
          </a:p>
        </p:txBody>
      </p:sp>
      <p:sp>
        <p:nvSpPr>
          <p:cNvPr id="2" name="Datumsplatzhalter 1">
            <a:extLst>
              <a:ext uri="{FF2B5EF4-FFF2-40B4-BE49-F238E27FC236}">
                <a16:creationId xmlns:a16="http://schemas.microsoft.com/office/drawing/2014/main" id="{59D2061A-F7B9-4066-8B32-A1C3482EF45F}"/>
              </a:ext>
              <a:ext uri="{C183D7F6-B498-43B3-948B-1728B52AA6E4}">
                <adec:decorative xmlns:adec="http://schemas.microsoft.com/office/drawing/2017/decorative" val="1"/>
              </a:ext>
            </a:extLst>
          </p:cNvPr>
          <p:cNvSpPr>
            <a:spLocks noGrp="1"/>
          </p:cNvSpPr>
          <p:nvPr>
            <p:ph type="dt" sz="half" idx="29"/>
          </p:nvPr>
        </p:nvSpPr>
        <p:spPr/>
        <p:txBody>
          <a:bodyPr/>
          <a:lstStyle/>
          <a:p>
            <a:r>
              <a:rPr lang="de-DE"/>
              <a:t>08/20/2020</a:t>
            </a:r>
            <a:endParaRPr lang="en-US" dirty="0"/>
          </a:p>
        </p:txBody>
      </p:sp>
      <p:sp>
        <p:nvSpPr>
          <p:cNvPr id="7" name="Fußzeilenplatzhalter 6">
            <a:extLst>
              <a:ext uri="{FF2B5EF4-FFF2-40B4-BE49-F238E27FC236}">
                <a16:creationId xmlns:a16="http://schemas.microsoft.com/office/drawing/2014/main" id="{03FA1FEC-5452-4CA7-AC29-AAC289A6BF9A}"/>
              </a:ext>
              <a:ext uri="{C183D7F6-B498-43B3-948B-1728B52AA6E4}">
                <adec:decorative xmlns:adec="http://schemas.microsoft.com/office/drawing/2017/decorative" val="1"/>
              </a:ext>
            </a:extLst>
          </p:cNvPr>
          <p:cNvSpPr>
            <a:spLocks noGrp="1"/>
          </p:cNvSpPr>
          <p:nvPr>
            <p:ph type="ftr" sz="quarter" idx="30"/>
          </p:nvPr>
        </p:nvSpPr>
        <p:spPr/>
        <p:txBody>
          <a:bodyPr/>
          <a:lstStyle/>
          <a:p>
            <a:r>
              <a:rPr lang="en-US"/>
              <a:t>University of Stuttgart</a:t>
            </a:r>
            <a:endParaRPr lang="en-US" dirty="0"/>
          </a:p>
        </p:txBody>
      </p:sp>
      <p:sp>
        <p:nvSpPr>
          <p:cNvPr id="8" name="Foliennummernplatzhalter 7">
            <a:extLst>
              <a:ext uri="{FF2B5EF4-FFF2-40B4-BE49-F238E27FC236}">
                <a16:creationId xmlns:a16="http://schemas.microsoft.com/office/drawing/2014/main" id="{2FF134CF-6C49-4AA3-AF75-2A80F4C02FB0}"/>
              </a:ext>
              <a:ext uri="{C183D7F6-B498-43B3-948B-1728B52AA6E4}">
                <adec:decorative xmlns:adec="http://schemas.microsoft.com/office/drawing/2017/decorative" val="1"/>
              </a:ext>
            </a:extLst>
          </p:cNvPr>
          <p:cNvSpPr>
            <a:spLocks noGrp="1"/>
          </p:cNvSpPr>
          <p:nvPr>
            <p:ph type="sldNum" sz="quarter" idx="31"/>
          </p:nvPr>
        </p:nvSpPr>
        <p:spPr/>
        <p:txBody>
          <a:bodyPr/>
          <a:lstStyle/>
          <a:p>
            <a:fld id="{9E82CC3C-1DC0-4FDA-9590-6CC506AB67F8}" type="slidenum">
              <a:rPr lang="en-US" smtClean="0"/>
              <a:pPr/>
              <a:t>‹Nr.›</a:t>
            </a:fld>
            <a:endParaRPr lang="en-US" dirty="0"/>
          </a:p>
        </p:txBody>
      </p:sp>
    </p:spTree>
    <p:extLst>
      <p:ext uri="{BB962C8B-B14F-4D97-AF65-F5344CB8AC3E}">
        <p14:creationId xmlns:p14="http://schemas.microsoft.com/office/powerpoint/2010/main" val="408497209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Nur Titel">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CA6FC187-6C25-4F69-9AFE-1DD17195077A}"/>
              </a:ext>
            </a:extLst>
          </p:cNvPr>
          <p:cNvSpPr>
            <a:spLocks noGrp="1"/>
          </p:cNvSpPr>
          <p:nvPr>
            <p:ph type="title"/>
          </p:nvPr>
        </p:nvSpPr>
        <p:spPr/>
        <p:txBody>
          <a:bodyPr/>
          <a:lstStyle/>
          <a:p>
            <a:r>
              <a:rPr lang="de-DE"/>
              <a:t>Mastertitelformat bearbeiten</a:t>
            </a:r>
            <a:endParaRPr lang="en-GB"/>
          </a:p>
        </p:txBody>
      </p:sp>
      <p:sp>
        <p:nvSpPr>
          <p:cNvPr id="7" name="Textplatzhalter 7">
            <a:extLst>
              <a:ext uri="{FF2B5EF4-FFF2-40B4-BE49-F238E27FC236}">
                <a16:creationId xmlns:a16="http://schemas.microsoft.com/office/drawing/2014/main" id="{6B0B00BC-A6AE-499E-84DC-2DAD144AC366}"/>
              </a:ext>
            </a:extLst>
          </p:cNvPr>
          <p:cNvSpPr>
            <a:spLocks noGrp="1"/>
          </p:cNvSpPr>
          <p:nvPr>
            <p:ph type="body" sz="quarter" idx="13" hasCustomPrompt="1"/>
          </p:nvPr>
        </p:nvSpPr>
        <p:spPr>
          <a:xfrm>
            <a:off x="468000" y="576000"/>
            <a:ext cx="8244200" cy="277200"/>
          </a:xfrm>
        </p:spPr>
        <p:txBody>
          <a:bodyPr lIns="0" tIns="0" rIns="0" bIns="0"/>
          <a:lstStyle>
            <a:lvl1pPr marL="0" indent="0">
              <a:buNone/>
              <a:defRPr sz="1800" baseline="0"/>
            </a:lvl1pPr>
          </a:lstStyle>
          <a:p>
            <a:pPr lvl="0"/>
            <a:r>
              <a:rPr lang="de-DE" dirty="0"/>
              <a:t>Untertitel durch Klicken bearbeiten</a:t>
            </a:r>
          </a:p>
        </p:txBody>
      </p:sp>
      <p:sp>
        <p:nvSpPr>
          <p:cNvPr id="2" name="Datumsplatzhalter 1">
            <a:extLst>
              <a:ext uri="{FF2B5EF4-FFF2-40B4-BE49-F238E27FC236}">
                <a16:creationId xmlns:a16="http://schemas.microsoft.com/office/drawing/2014/main" id="{F5C91D90-14FB-4048-90C7-46ECAAC1A854}"/>
              </a:ext>
              <a:ext uri="{C183D7F6-B498-43B3-948B-1728B52AA6E4}">
                <adec:decorative xmlns:adec="http://schemas.microsoft.com/office/drawing/2017/decorative" val="1"/>
              </a:ext>
            </a:extLst>
          </p:cNvPr>
          <p:cNvSpPr>
            <a:spLocks noGrp="1"/>
          </p:cNvSpPr>
          <p:nvPr>
            <p:ph type="dt" sz="half" idx="14"/>
          </p:nvPr>
        </p:nvSpPr>
        <p:spPr/>
        <p:txBody>
          <a:bodyPr/>
          <a:lstStyle/>
          <a:p>
            <a:r>
              <a:rPr lang="de-DE"/>
              <a:t>08/20/2020</a:t>
            </a:r>
            <a:endParaRPr lang="en-US" dirty="0"/>
          </a:p>
        </p:txBody>
      </p:sp>
      <p:sp>
        <p:nvSpPr>
          <p:cNvPr id="8" name="Fußzeilenplatzhalter 7">
            <a:extLst>
              <a:ext uri="{FF2B5EF4-FFF2-40B4-BE49-F238E27FC236}">
                <a16:creationId xmlns:a16="http://schemas.microsoft.com/office/drawing/2014/main" id="{76EB3F55-4D9D-4868-AB1E-72DEFF73228D}"/>
              </a:ext>
              <a:ext uri="{C183D7F6-B498-43B3-948B-1728B52AA6E4}">
                <adec:decorative xmlns:adec="http://schemas.microsoft.com/office/drawing/2017/decorative" val="1"/>
              </a:ext>
            </a:extLst>
          </p:cNvPr>
          <p:cNvSpPr>
            <a:spLocks noGrp="1"/>
          </p:cNvSpPr>
          <p:nvPr>
            <p:ph type="ftr" sz="quarter" idx="15"/>
          </p:nvPr>
        </p:nvSpPr>
        <p:spPr/>
        <p:txBody>
          <a:bodyPr/>
          <a:lstStyle/>
          <a:p>
            <a:r>
              <a:rPr lang="en-US"/>
              <a:t>University of Stuttgart</a:t>
            </a:r>
            <a:endParaRPr lang="en-US" dirty="0"/>
          </a:p>
        </p:txBody>
      </p:sp>
      <p:sp>
        <p:nvSpPr>
          <p:cNvPr id="9" name="Foliennummernplatzhalter 8">
            <a:extLst>
              <a:ext uri="{FF2B5EF4-FFF2-40B4-BE49-F238E27FC236}">
                <a16:creationId xmlns:a16="http://schemas.microsoft.com/office/drawing/2014/main" id="{3F23070B-2BFB-4265-B171-72C9AFED1F2B}"/>
              </a:ext>
              <a:ext uri="{C183D7F6-B498-43B3-948B-1728B52AA6E4}">
                <adec:decorative xmlns:adec="http://schemas.microsoft.com/office/drawing/2017/decorative" val="1"/>
              </a:ext>
            </a:extLst>
          </p:cNvPr>
          <p:cNvSpPr>
            <a:spLocks noGrp="1"/>
          </p:cNvSpPr>
          <p:nvPr>
            <p:ph type="sldNum" sz="quarter" idx="16"/>
          </p:nvPr>
        </p:nvSpPr>
        <p:spPr/>
        <p:txBody>
          <a:bodyPr/>
          <a:lstStyle/>
          <a:p>
            <a:fld id="{9E82CC3C-1DC0-4FDA-9590-6CC506AB67F8}" type="slidenum">
              <a:rPr lang="en-US" smtClean="0"/>
              <a:pPr/>
              <a:t>‹Nr.›</a:t>
            </a:fld>
            <a:endParaRPr lang="en-US" dirty="0"/>
          </a:p>
        </p:txBody>
      </p:sp>
    </p:spTree>
    <p:extLst>
      <p:ext uri="{BB962C8B-B14F-4D97-AF65-F5344CB8AC3E}">
        <p14:creationId xmlns:p14="http://schemas.microsoft.com/office/powerpoint/2010/main" val="69651256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5" name="Datumsplatzhalter 4">
            <a:extLst>
              <a:ext uri="{FF2B5EF4-FFF2-40B4-BE49-F238E27FC236}">
                <a16:creationId xmlns:a16="http://schemas.microsoft.com/office/drawing/2014/main" id="{8EB4CBF2-CB08-4260-9880-58E2CB8136E3}"/>
              </a:ext>
              <a:ext uri="{C183D7F6-B498-43B3-948B-1728B52AA6E4}">
                <adec:decorative xmlns:adec="http://schemas.microsoft.com/office/drawing/2017/decorative" val="1"/>
              </a:ext>
            </a:extLst>
          </p:cNvPr>
          <p:cNvSpPr>
            <a:spLocks noGrp="1"/>
          </p:cNvSpPr>
          <p:nvPr>
            <p:ph type="dt" sz="half" idx="10"/>
          </p:nvPr>
        </p:nvSpPr>
        <p:spPr/>
        <p:txBody>
          <a:bodyPr/>
          <a:lstStyle/>
          <a:p>
            <a:r>
              <a:rPr lang="de-DE"/>
              <a:t>08/20/2020</a:t>
            </a:r>
            <a:endParaRPr lang="en-US" dirty="0"/>
          </a:p>
        </p:txBody>
      </p:sp>
      <p:sp>
        <p:nvSpPr>
          <p:cNvPr id="6" name="Fußzeilenplatzhalter 5">
            <a:extLst>
              <a:ext uri="{FF2B5EF4-FFF2-40B4-BE49-F238E27FC236}">
                <a16:creationId xmlns:a16="http://schemas.microsoft.com/office/drawing/2014/main" id="{506F32DB-70F8-46A0-9893-754D621F6EF8}"/>
              </a:ext>
              <a:ext uri="{C183D7F6-B498-43B3-948B-1728B52AA6E4}">
                <adec:decorative xmlns:adec="http://schemas.microsoft.com/office/drawing/2017/decorative" val="1"/>
              </a:ext>
            </a:extLst>
          </p:cNvPr>
          <p:cNvSpPr>
            <a:spLocks noGrp="1"/>
          </p:cNvSpPr>
          <p:nvPr>
            <p:ph type="ftr" sz="quarter" idx="11"/>
          </p:nvPr>
        </p:nvSpPr>
        <p:spPr/>
        <p:txBody>
          <a:bodyPr/>
          <a:lstStyle/>
          <a:p>
            <a:r>
              <a:rPr lang="en-US"/>
              <a:t>University of Stuttgart</a:t>
            </a:r>
            <a:endParaRPr lang="en-US" dirty="0"/>
          </a:p>
        </p:txBody>
      </p:sp>
      <p:sp>
        <p:nvSpPr>
          <p:cNvPr id="7" name="Foliennummernplatzhalter 6">
            <a:extLst>
              <a:ext uri="{FF2B5EF4-FFF2-40B4-BE49-F238E27FC236}">
                <a16:creationId xmlns:a16="http://schemas.microsoft.com/office/drawing/2014/main" id="{1E68AB4C-9B2E-45E8-ADE4-94712E4C94CE}"/>
              </a:ext>
              <a:ext uri="{C183D7F6-B498-43B3-948B-1728B52AA6E4}">
                <adec:decorative xmlns:adec="http://schemas.microsoft.com/office/drawing/2017/decorative" val="1"/>
              </a:ext>
            </a:extLst>
          </p:cNvPr>
          <p:cNvSpPr>
            <a:spLocks noGrp="1"/>
          </p:cNvSpPr>
          <p:nvPr>
            <p:ph type="sldNum" sz="quarter" idx="12"/>
          </p:nvPr>
        </p:nvSpPr>
        <p:spPr/>
        <p:txBody>
          <a:bodyPr/>
          <a:lstStyle/>
          <a:p>
            <a:fld id="{9E82CC3C-1DC0-4FDA-9590-6CC506AB67F8}" type="slidenum">
              <a:rPr lang="en-US" smtClean="0"/>
              <a:pPr/>
              <a:t>‹Nr.›</a:t>
            </a:fld>
            <a:endParaRPr lang="en-US" dirty="0"/>
          </a:p>
        </p:txBody>
      </p:sp>
    </p:spTree>
    <p:extLst>
      <p:ext uri="{BB962C8B-B14F-4D97-AF65-F5344CB8AC3E}">
        <p14:creationId xmlns:p14="http://schemas.microsoft.com/office/powerpoint/2010/main" val="113024922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Schlussfolie">
    <p:spTree>
      <p:nvGrpSpPr>
        <p:cNvPr id="1" name=""/>
        <p:cNvGrpSpPr/>
        <p:nvPr/>
      </p:nvGrpSpPr>
      <p:grpSpPr>
        <a:xfrm>
          <a:off x="0" y="0"/>
          <a:ext cx="0" cy="0"/>
          <a:chOff x="0" y="0"/>
          <a:chExt cx="0" cy="0"/>
        </a:xfrm>
      </p:grpSpPr>
      <p:pic>
        <p:nvPicPr>
          <p:cNvPr id="15" name="Grafik 14">
            <a:extLst>
              <a:ext uri="{FF2B5EF4-FFF2-40B4-BE49-F238E27FC236}">
                <a16:creationId xmlns:a16="http://schemas.microsoft.com/office/drawing/2014/main" id="{6A65769C-F1B2-46A8-BE29-7BDA292637F7}"/>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02988" y="268958"/>
            <a:ext cx="2136071" cy="431998"/>
          </a:xfrm>
          <a:prstGeom prst="rect">
            <a:avLst/>
          </a:prstGeom>
        </p:spPr>
      </p:pic>
      <p:pic>
        <p:nvPicPr>
          <p:cNvPr id="17" name="Grafik 16">
            <a:extLst>
              <a:ext uri="{FF2B5EF4-FFF2-40B4-BE49-F238E27FC236}">
                <a16:creationId xmlns:a16="http://schemas.microsoft.com/office/drawing/2014/main" id="{D336D8DB-9367-4FF1-A5AE-E9BB1F8D0313}"/>
              </a:ext>
              <a:ext uri="{C183D7F6-B498-43B3-948B-1728B52AA6E4}">
                <adec:decorative xmlns:adec="http://schemas.microsoft.com/office/drawing/2017/decorative" val="1"/>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l="23763" t="1" b="-1"/>
          <a:stretch/>
        </p:blipFill>
        <p:spPr>
          <a:xfrm>
            <a:off x="910588" y="580838"/>
            <a:ext cx="1628471" cy="168351"/>
          </a:xfrm>
          <a:prstGeom prst="rect">
            <a:avLst/>
          </a:prstGeom>
        </p:spPr>
      </p:pic>
      <p:sp>
        <p:nvSpPr>
          <p:cNvPr id="16" name="Textfeld 15"/>
          <p:cNvSpPr txBox="1"/>
          <p:nvPr userDrawn="1"/>
        </p:nvSpPr>
        <p:spPr>
          <a:xfrm>
            <a:off x="396000" y="1360800"/>
            <a:ext cx="2160000" cy="291600"/>
          </a:xfrm>
          <a:prstGeom prst="rect">
            <a:avLst/>
          </a:prstGeom>
        </p:spPr>
        <p:txBody>
          <a:bodyPr vert="horz" lIns="0" tIns="0" rIns="0" bIns="0" rtlCol="0">
            <a:noAutofit/>
          </a:bodyPr>
          <a:lstStyle>
            <a:lvl1pPr lvl="0" indent="0" defTabSz="685800">
              <a:lnSpc>
                <a:spcPct val="120000"/>
              </a:lnSpc>
              <a:spcBef>
                <a:spcPts val="750"/>
              </a:spcBef>
              <a:buClr>
                <a:schemeClr val="accent2"/>
              </a:buClr>
              <a:buFont typeface="Arial" panose="020B0604020202020204" pitchFamily="34" charset="0"/>
              <a:buNone/>
              <a:defRPr sz="1200" b="0">
                <a:solidFill>
                  <a:schemeClr val="tx1">
                    <a:lumMod val="75000"/>
                    <a:lumOff val="25000"/>
                  </a:schemeClr>
                </a:solidFill>
              </a:defRPr>
            </a:lvl1pPr>
            <a:lvl2pPr marL="449263" indent="-273050" defTabSz="685800">
              <a:lnSpc>
                <a:spcPct val="120000"/>
              </a:lnSpc>
              <a:spcBef>
                <a:spcPts val="375"/>
              </a:spcBef>
              <a:buFont typeface="Arial" panose="020B0604020202020204" pitchFamily="34" charset="0"/>
              <a:buChar char="–"/>
              <a:defRPr sz="1800">
                <a:solidFill>
                  <a:schemeClr val="bg1"/>
                </a:solidFill>
              </a:defRPr>
            </a:lvl2pPr>
            <a:lvl3pPr marL="715963" indent="-266700" defTabSz="685800">
              <a:lnSpc>
                <a:spcPct val="120000"/>
              </a:lnSpc>
              <a:spcBef>
                <a:spcPts val="375"/>
              </a:spcBef>
              <a:buFont typeface="Arial" panose="020B0604020202020204" pitchFamily="34" charset="0"/>
              <a:buChar char="–"/>
              <a:defRPr sz="1800">
                <a:solidFill>
                  <a:schemeClr val="bg1"/>
                </a:solidFill>
              </a:defRPr>
            </a:lvl3pPr>
            <a:lvl4pPr marL="987425" indent="-271463" defTabSz="685800">
              <a:lnSpc>
                <a:spcPct val="120000"/>
              </a:lnSpc>
              <a:spcBef>
                <a:spcPts val="375"/>
              </a:spcBef>
              <a:buFont typeface="Arial" panose="020B0604020202020204" pitchFamily="34" charset="0"/>
              <a:buChar char="–"/>
              <a:defRPr sz="1800">
                <a:solidFill>
                  <a:schemeClr val="bg1"/>
                </a:solidFill>
              </a:defRPr>
            </a:lvl4pPr>
            <a:lvl5pPr marL="1254125" indent="-266700" defTabSz="685800">
              <a:lnSpc>
                <a:spcPct val="120000"/>
              </a:lnSpc>
              <a:spcBef>
                <a:spcPts val="375"/>
              </a:spcBef>
              <a:buFont typeface="Arial" panose="020B0604020202020204" pitchFamily="34" charset="0"/>
              <a:buChar char="–"/>
              <a:defRPr sz="1800">
                <a:solidFill>
                  <a:schemeClr val="bg1"/>
                </a:solidFill>
              </a:defRPr>
            </a:lvl5pPr>
            <a:lvl6pPr marL="1885950" indent="-171450" defTabSz="685800">
              <a:lnSpc>
                <a:spcPct val="90000"/>
              </a:lnSpc>
              <a:spcBef>
                <a:spcPts val="375"/>
              </a:spcBef>
              <a:buFont typeface="Arial" panose="020B0604020202020204" pitchFamily="34" charset="0"/>
              <a:buChar char="•"/>
              <a:defRPr sz="1350"/>
            </a:lvl6pPr>
            <a:lvl7pPr marL="2228850" indent="-171450" defTabSz="685800">
              <a:lnSpc>
                <a:spcPct val="90000"/>
              </a:lnSpc>
              <a:spcBef>
                <a:spcPts val="375"/>
              </a:spcBef>
              <a:buFont typeface="Arial" panose="020B0604020202020204" pitchFamily="34" charset="0"/>
              <a:buChar char="•"/>
              <a:defRPr sz="1350"/>
            </a:lvl7pPr>
            <a:lvl8pPr marL="2571750" indent="-171450" defTabSz="685800">
              <a:lnSpc>
                <a:spcPct val="90000"/>
              </a:lnSpc>
              <a:spcBef>
                <a:spcPts val="375"/>
              </a:spcBef>
              <a:buFont typeface="Arial" panose="020B0604020202020204" pitchFamily="34" charset="0"/>
              <a:buChar char="•"/>
              <a:defRPr sz="1350"/>
            </a:lvl8pPr>
            <a:lvl9pPr marL="2914650" indent="-171450" defTabSz="685800">
              <a:lnSpc>
                <a:spcPct val="90000"/>
              </a:lnSpc>
              <a:spcBef>
                <a:spcPts val="375"/>
              </a:spcBef>
              <a:buFont typeface="Arial" panose="020B0604020202020204" pitchFamily="34" charset="0"/>
              <a:buChar char="•"/>
              <a:defRPr sz="1350"/>
            </a:lvl9pPr>
          </a:lstStyle>
          <a:p>
            <a:pPr lvl="0">
              <a:spcBef>
                <a:spcPts val="200"/>
              </a:spcBef>
              <a:spcAft>
                <a:spcPts val="0"/>
              </a:spcAft>
              <a:tabLst>
                <a:tab pos="541332" algn="l"/>
              </a:tabLst>
            </a:pPr>
            <a:r>
              <a:rPr lang="de-DE" sz="2000" b="1" dirty="0" err="1">
                <a:solidFill>
                  <a:schemeClr val="tx1"/>
                </a:solidFill>
              </a:rPr>
              <a:t>Thank</a:t>
            </a:r>
            <a:r>
              <a:rPr lang="de-DE" sz="2000" b="1" dirty="0">
                <a:solidFill>
                  <a:schemeClr val="tx1"/>
                </a:solidFill>
              </a:rPr>
              <a:t> </a:t>
            </a:r>
            <a:r>
              <a:rPr lang="de-DE" sz="2000" b="1" dirty="0" err="1">
                <a:solidFill>
                  <a:schemeClr val="tx1"/>
                </a:solidFill>
              </a:rPr>
              <a:t>you</a:t>
            </a:r>
            <a:r>
              <a:rPr lang="de-DE" sz="2000" b="1" dirty="0">
                <a:solidFill>
                  <a:schemeClr val="tx1"/>
                </a:solidFill>
              </a:rPr>
              <a:t>!</a:t>
            </a:r>
          </a:p>
        </p:txBody>
      </p:sp>
      <p:sp>
        <p:nvSpPr>
          <p:cNvPr id="6" name="Bildplatzhalter 7">
            <a:extLst>
              <a:ext uri="{C183D7F6-B498-43B3-948B-1728B52AA6E4}">
                <adec:decorative xmlns:adec="http://schemas.microsoft.com/office/drawing/2017/decorative" val="1"/>
              </a:ext>
            </a:extLst>
          </p:cNvPr>
          <p:cNvSpPr>
            <a:spLocks noGrp="1"/>
          </p:cNvSpPr>
          <p:nvPr>
            <p:ph type="pic" sz="quarter" idx="14"/>
          </p:nvPr>
        </p:nvSpPr>
        <p:spPr>
          <a:xfrm>
            <a:off x="410400" y="1911600"/>
            <a:ext cx="1440000" cy="1440000"/>
          </a:xfrm>
          <a:prstGeom prst="ellipse">
            <a:avLst/>
          </a:prstGeom>
          <a:solidFill>
            <a:schemeClr val="bg1">
              <a:lumMod val="95000"/>
            </a:schemeClr>
          </a:solidFill>
        </p:spPr>
        <p:txBody>
          <a:bodyPr tIns="0"/>
          <a:lstStyle>
            <a:lvl1pPr marL="0" indent="0" algn="ctr">
              <a:buNone/>
              <a:defRPr sz="1200"/>
            </a:lvl1pPr>
          </a:lstStyle>
          <a:p>
            <a:r>
              <a:rPr lang="de-DE" dirty="0"/>
              <a:t>Bild durch Klicken auf Symbol hinzufügen</a:t>
            </a:r>
            <a:endParaRPr lang="en-US" dirty="0"/>
          </a:p>
        </p:txBody>
      </p:sp>
      <p:sp>
        <p:nvSpPr>
          <p:cNvPr id="19" name="Textplatzhalter 10"/>
          <p:cNvSpPr>
            <a:spLocks noGrp="1"/>
          </p:cNvSpPr>
          <p:nvPr>
            <p:ph type="body" sz="quarter" idx="15" hasCustomPrompt="1"/>
          </p:nvPr>
        </p:nvSpPr>
        <p:spPr>
          <a:xfrm>
            <a:off x="2174400" y="2093040"/>
            <a:ext cx="3290054" cy="194400"/>
          </a:xfrm>
        </p:spPr>
        <p:txBody>
          <a:bodyPr/>
          <a:lstStyle>
            <a:lvl1pPr marL="0" indent="0">
              <a:buNone/>
              <a:defRPr sz="1200" b="1">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Name</a:t>
            </a:r>
          </a:p>
        </p:txBody>
      </p:sp>
      <p:sp>
        <p:nvSpPr>
          <p:cNvPr id="26" name="E-Mail">
            <a:extLst>
              <a:ext uri="{FF2B5EF4-FFF2-40B4-BE49-F238E27FC236}">
                <a16:creationId xmlns:a16="http://schemas.microsoft.com/office/drawing/2014/main" id="{3F6E91DA-4315-4842-8A73-EF9BF09F6867}"/>
              </a:ext>
            </a:extLst>
          </p:cNvPr>
          <p:cNvSpPr>
            <a:spLocks noGrp="1"/>
          </p:cNvSpPr>
          <p:nvPr>
            <p:ph type="body" sz="quarter" idx="31" hasCustomPrompt="1"/>
          </p:nvPr>
        </p:nvSpPr>
        <p:spPr>
          <a:xfrm>
            <a:off x="2174400" y="2571750"/>
            <a:ext cx="542646" cy="216482"/>
          </a:xfrm>
        </p:spPr>
        <p:txBody>
          <a:bodyPr/>
          <a:lstStyle>
            <a:lvl1pPr>
              <a:buFontTx/>
              <a:buNone/>
              <a:defRPr lang="de-DE" sz="1200" b="0" kern="1200" dirty="0" smtClean="0">
                <a:solidFill>
                  <a:schemeClr val="tx1"/>
                </a:solidFill>
                <a:latin typeface="+mn-lt"/>
                <a:ea typeface="+mn-ea"/>
                <a:cs typeface="+mn-cs"/>
              </a:defRPr>
            </a:lvl1pPr>
            <a:lvl2pPr>
              <a:defRPr lang="de-DE" sz="1200" b="0" kern="1200" dirty="0" smtClean="0">
                <a:solidFill>
                  <a:schemeClr val="tx1"/>
                </a:solidFill>
                <a:latin typeface="+mn-lt"/>
                <a:ea typeface="+mn-ea"/>
                <a:cs typeface="+mn-cs"/>
              </a:defRPr>
            </a:lvl2pPr>
            <a:lvl3pPr>
              <a:defRPr lang="de-DE" sz="1200" b="0" kern="1200" dirty="0" smtClean="0">
                <a:solidFill>
                  <a:schemeClr val="tx1"/>
                </a:solidFill>
                <a:latin typeface="+mn-lt"/>
                <a:ea typeface="+mn-ea"/>
                <a:cs typeface="+mn-cs"/>
              </a:defRPr>
            </a:lvl3pPr>
            <a:lvl4pPr>
              <a:defRPr lang="de-DE" sz="1200" b="0" kern="1200" dirty="0" smtClean="0">
                <a:solidFill>
                  <a:schemeClr val="tx1"/>
                </a:solidFill>
                <a:latin typeface="+mn-lt"/>
                <a:ea typeface="+mn-ea"/>
                <a:cs typeface="+mn-cs"/>
              </a:defRPr>
            </a:lvl4pPr>
            <a:lvl5pPr>
              <a:defRPr lang="de-DE" sz="1200" b="0" kern="1200" dirty="0">
                <a:solidFill>
                  <a:schemeClr val="tx1"/>
                </a:solidFill>
                <a:latin typeface="+mn-lt"/>
                <a:ea typeface="+mn-ea"/>
                <a:cs typeface="+mn-cs"/>
              </a:defRPr>
            </a:lvl5pPr>
          </a:lstStyle>
          <a:p>
            <a:pPr marL="0" lvl="0" indent="0" algn="l" defTabSz="571454" rtl="0" eaLnBrk="1" latinLnBrk="0" hangingPunct="1">
              <a:lnSpc>
                <a:spcPct val="120000"/>
              </a:lnSpc>
              <a:spcBef>
                <a:spcPts val="625"/>
              </a:spcBef>
              <a:buClr>
                <a:schemeClr val="accent1"/>
              </a:buClr>
              <a:buFont typeface="Arial" panose="020B0604020202020204" pitchFamily="34" charset="0"/>
              <a:buNone/>
            </a:pPr>
            <a:r>
              <a:rPr lang="de-DE" dirty="0" err="1"/>
              <a:t>e-mail</a:t>
            </a:r>
            <a:endParaRPr lang="de-DE" dirty="0"/>
          </a:p>
        </p:txBody>
      </p:sp>
      <p:sp>
        <p:nvSpPr>
          <p:cNvPr id="28" name="Email Adresse">
            <a:extLst>
              <a:ext uri="{FF2B5EF4-FFF2-40B4-BE49-F238E27FC236}">
                <a16:creationId xmlns:a16="http://schemas.microsoft.com/office/drawing/2014/main" id="{2E9486C1-A07E-4972-B438-0354636F62C8}"/>
              </a:ext>
            </a:extLst>
          </p:cNvPr>
          <p:cNvSpPr>
            <a:spLocks noGrp="1"/>
          </p:cNvSpPr>
          <p:nvPr>
            <p:ph type="body" sz="quarter" idx="26" hasCustomPrompt="1"/>
          </p:nvPr>
        </p:nvSpPr>
        <p:spPr>
          <a:xfrm>
            <a:off x="2717046" y="2571750"/>
            <a:ext cx="2747409" cy="216000"/>
          </a:xfrm>
        </p:spPr>
        <p:txBody>
          <a:bodyPr/>
          <a:lstStyle>
            <a:lvl1pPr marL="0" indent="0">
              <a:buNone/>
              <a:defRPr sz="1200" b="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err="1"/>
              <a:t>enter</a:t>
            </a:r>
            <a:r>
              <a:rPr lang="de-DE" dirty="0"/>
              <a:t> </a:t>
            </a:r>
            <a:r>
              <a:rPr lang="de-DE" dirty="0" err="1"/>
              <a:t>address</a:t>
            </a:r>
            <a:endParaRPr lang="de-DE" dirty="0"/>
          </a:p>
        </p:txBody>
      </p:sp>
      <p:sp>
        <p:nvSpPr>
          <p:cNvPr id="29" name="Telefonnummer">
            <a:extLst>
              <a:ext uri="{FF2B5EF4-FFF2-40B4-BE49-F238E27FC236}">
                <a16:creationId xmlns:a16="http://schemas.microsoft.com/office/drawing/2014/main" id="{3CBB6CEB-664B-42B5-8E61-99712350A32C}"/>
              </a:ext>
            </a:extLst>
          </p:cNvPr>
          <p:cNvSpPr>
            <a:spLocks noGrp="1"/>
          </p:cNvSpPr>
          <p:nvPr>
            <p:ph type="body" sz="quarter" idx="32" hasCustomPrompt="1"/>
          </p:nvPr>
        </p:nvSpPr>
        <p:spPr>
          <a:xfrm>
            <a:off x="2174400" y="2803118"/>
            <a:ext cx="1745931" cy="245786"/>
          </a:xfrm>
        </p:spPr>
        <p:txBody>
          <a:bodyPr wrap="none"/>
          <a:lstStyle>
            <a:lvl1pPr marL="0" indent="0">
              <a:buNone/>
              <a:tabLst>
                <a:tab pos="538163" algn="l"/>
              </a:tabLst>
              <a:defRPr sz="1200" b="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lgn="l" defTabSz="571454" rtl="0" eaLnBrk="1" latinLnBrk="0" hangingPunct="1">
              <a:lnSpc>
                <a:spcPct val="120000"/>
              </a:lnSpc>
              <a:spcBef>
                <a:spcPts val="625"/>
              </a:spcBef>
              <a:spcAft>
                <a:spcPts val="0"/>
              </a:spcAft>
              <a:buClr>
                <a:schemeClr val="accent1"/>
              </a:buClr>
              <a:buFont typeface="Arial" panose="020B0604020202020204" pitchFamily="34" charset="0"/>
              <a:buNone/>
              <a:tabLst>
                <a:tab pos="541338" algn="l"/>
              </a:tabLst>
            </a:pPr>
            <a:r>
              <a:rPr lang="de-DE" dirty="0" err="1">
                <a:solidFill>
                  <a:schemeClr val="tx1"/>
                </a:solidFill>
              </a:rPr>
              <a:t>phone</a:t>
            </a:r>
            <a:r>
              <a:rPr lang="de-DE" dirty="0">
                <a:solidFill>
                  <a:schemeClr val="tx1"/>
                </a:solidFill>
              </a:rPr>
              <a:t>	+49 (0) 711 685-</a:t>
            </a:r>
          </a:p>
        </p:txBody>
      </p:sp>
      <p:sp>
        <p:nvSpPr>
          <p:cNvPr id="30" name="Durchwahl">
            <a:extLst>
              <a:ext uri="{FF2B5EF4-FFF2-40B4-BE49-F238E27FC236}">
                <a16:creationId xmlns:a16="http://schemas.microsoft.com/office/drawing/2014/main" id="{1D874AC3-A5E6-4160-B089-7D15670623B6}"/>
              </a:ext>
            </a:extLst>
          </p:cNvPr>
          <p:cNvSpPr>
            <a:spLocks noGrp="1"/>
          </p:cNvSpPr>
          <p:nvPr>
            <p:ph type="body" sz="quarter" idx="23" hasCustomPrompt="1"/>
          </p:nvPr>
        </p:nvSpPr>
        <p:spPr>
          <a:xfrm>
            <a:off x="3861486" y="2803118"/>
            <a:ext cx="649267" cy="245786"/>
          </a:xfrm>
        </p:spPr>
        <p:txBody>
          <a:bodyPr/>
          <a:lstStyle>
            <a:lvl1pPr marL="0" indent="0">
              <a:buNone/>
              <a:defRPr sz="1200" b="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a:t>
            </a:r>
          </a:p>
        </p:txBody>
      </p:sp>
      <p:sp>
        <p:nvSpPr>
          <p:cNvPr id="31" name="www">
            <a:extLst>
              <a:ext uri="{FF2B5EF4-FFF2-40B4-BE49-F238E27FC236}">
                <a16:creationId xmlns:a16="http://schemas.microsoft.com/office/drawing/2014/main" id="{2D50EB94-1B6A-4808-869F-07F41859F9C9}"/>
              </a:ext>
            </a:extLst>
          </p:cNvPr>
          <p:cNvSpPr>
            <a:spLocks noGrp="1"/>
          </p:cNvSpPr>
          <p:nvPr>
            <p:ph type="body" sz="quarter" idx="33" hasCustomPrompt="1"/>
          </p:nvPr>
        </p:nvSpPr>
        <p:spPr>
          <a:xfrm>
            <a:off x="2174401" y="3063790"/>
            <a:ext cx="364806" cy="238329"/>
          </a:xfrm>
        </p:spPr>
        <p:txBody>
          <a:bodyPr/>
          <a:lstStyle>
            <a:lvl1pPr marL="0" indent="0">
              <a:buNone/>
              <a:defRPr sz="1200" b="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www.</a:t>
            </a:r>
          </a:p>
        </p:txBody>
      </p:sp>
      <p:sp>
        <p:nvSpPr>
          <p:cNvPr id="32" name="Webadresse">
            <a:extLst>
              <a:ext uri="{FF2B5EF4-FFF2-40B4-BE49-F238E27FC236}">
                <a16:creationId xmlns:a16="http://schemas.microsoft.com/office/drawing/2014/main" id="{6E6785CE-8C96-4924-8283-EC51081BD240}"/>
              </a:ext>
            </a:extLst>
          </p:cNvPr>
          <p:cNvSpPr>
            <a:spLocks noGrp="1"/>
          </p:cNvSpPr>
          <p:nvPr>
            <p:ph type="body" sz="quarter" idx="24" hasCustomPrompt="1"/>
          </p:nvPr>
        </p:nvSpPr>
        <p:spPr>
          <a:xfrm>
            <a:off x="2539208" y="3063790"/>
            <a:ext cx="1838323" cy="238329"/>
          </a:xfrm>
        </p:spPr>
        <p:txBody>
          <a:bodyPr/>
          <a:lstStyle>
            <a:lvl1pPr marL="0" indent="0">
              <a:buNone/>
              <a:defRPr sz="1200" b="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err="1"/>
              <a:t>enter</a:t>
            </a:r>
            <a:r>
              <a:rPr lang="de-DE" dirty="0"/>
              <a:t> </a:t>
            </a:r>
            <a:r>
              <a:rPr lang="de-DE" dirty="0" err="1"/>
              <a:t>address</a:t>
            </a:r>
            <a:endParaRPr lang="de-DE" dirty="0"/>
          </a:p>
        </p:txBody>
      </p:sp>
      <p:sp>
        <p:nvSpPr>
          <p:cNvPr id="33" name="Universität Stuttgart">
            <a:extLst>
              <a:ext uri="{FF2B5EF4-FFF2-40B4-BE49-F238E27FC236}">
                <a16:creationId xmlns:a16="http://schemas.microsoft.com/office/drawing/2014/main" id="{0C08BB04-B052-4FF7-B62B-8ABD826FA796}"/>
              </a:ext>
            </a:extLst>
          </p:cNvPr>
          <p:cNvSpPr>
            <a:spLocks noGrp="1"/>
          </p:cNvSpPr>
          <p:nvPr>
            <p:ph type="body" sz="quarter" idx="34" hasCustomPrompt="1"/>
          </p:nvPr>
        </p:nvSpPr>
        <p:spPr>
          <a:xfrm>
            <a:off x="2174400" y="3508234"/>
            <a:ext cx="2500012" cy="218691"/>
          </a:xfrm>
        </p:spPr>
        <p:txBody>
          <a:bodyPr/>
          <a:lstStyle>
            <a:lvl1pPr marL="0" indent="0">
              <a:buNone/>
              <a:defRPr sz="1200" b="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lgn="l" defTabSz="571454" rtl="0" eaLnBrk="1" latinLnBrk="0" hangingPunct="1">
              <a:lnSpc>
                <a:spcPct val="120000"/>
              </a:lnSpc>
              <a:spcBef>
                <a:spcPts val="625"/>
              </a:spcBef>
              <a:spcAft>
                <a:spcPts val="0"/>
              </a:spcAft>
              <a:buClr>
                <a:schemeClr val="accent1"/>
              </a:buClr>
              <a:buFont typeface="Arial" panose="020B0604020202020204" pitchFamily="34" charset="0"/>
              <a:buNone/>
              <a:tabLst>
                <a:tab pos="541338" algn="l"/>
              </a:tabLst>
            </a:pPr>
            <a:r>
              <a:rPr lang="de-DE" dirty="0"/>
              <a:t>University </a:t>
            </a:r>
            <a:r>
              <a:rPr lang="de-DE" dirty="0" err="1"/>
              <a:t>of</a:t>
            </a:r>
            <a:r>
              <a:rPr lang="de-DE" dirty="0"/>
              <a:t> Stuttgart</a:t>
            </a:r>
          </a:p>
        </p:txBody>
      </p:sp>
      <p:sp>
        <p:nvSpPr>
          <p:cNvPr id="34" name="Abteilung Institut">
            <a:extLst>
              <a:ext uri="{FF2B5EF4-FFF2-40B4-BE49-F238E27FC236}">
                <a16:creationId xmlns:a16="http://schemas.microsoft.com/office/drawing/2014/main" id="{547D4004-B9BD-4097-81E1-6F5F7DA08A0D}"/>
              </a:ext>
            </a:extLst>
          </p:cNvPr>
          <p:cNvSpPr>
            <a:spLocks noGrp="1"/>
          </p:cNvSpPr>
          <p:nvPr>
            <p:ph type="body" sz="quarter" idx="25" hasCustomPrompt="1"/>
          </p:nvPr>
        </p:nvSpPr>
        <p:spPr>
          <a:xfrm>
            <a:off x="2174400" y="3747179"/>
            <a:ext cx="3290054" cy="216000"/>
          </a:xfrm>
        </p:spPr>
        <p:txBody>
          <a:bodyPr/>
          <a:lstStyle>
            <a:lvl1pPr marL="0" indent="0">
              <a:buNone/>
              <a:defRPr sz="1200" b="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Department </a:t>
            </a:r>
            <a:r>
              <a:rPr lang="de-DE" dirty="0" err="1"/>
              <a:t>or</a:t>
            </a:r>
            <a:r>
              <a:rPr lang="de-DE" dirty="0"/>
              <a:t> </a:t>
            </a:r>
            <a:r>
              <a:rPr lang="de-DE" dirty="0" err="1"/>
              <a:t>institute</a:t>
            </a:r>
            <a:r>
              <a:rPr lang="de-DE" dirty="0"/>
              <a:t> </a:t>
            </a:r>
            <a:r>
              <a:rPr lang="de-DE" dirty="0" err="1"/>
              <a:t>name</a:t>
            </a:r>
            <a:endParaRPr lang="de-DE" dirty="0"/>
          </a:p>
        </p:txBody>
      </p:sp>
      <p:sp>
        <p:nvSpPr>
          <p:cNvPr id="35" name="Adressfeld">
            <a:extLst>
              <a:ext uri="{FF2B5EF4-FFF2-40B4-BE49-F238E27FC236}">
                <a16:creationId xmlns:a16="http://schemas.microsoft.com/office/drawing/2014/main" id="{9484ABC1-A1AA-40CB-8BB1-AB6F21778D07}"/>
              </a:ext>
            </a:extLst>
          </p:cNvPr>
          <p:cNvSpPr>
            <a:spLocks noGrp="1"/>
          </p:cNvSpPr>
          <p:nvPr>
            <p:ph type="body" sz="quarter" idx="21" hasCustomPrompt="1"/>
          </p:nvPr>
        </p:nvSpPr>
        <p:spPr>
          <a:xfrm>
            <a:off x="2174400" y="3983433"/>
            <a:ext cx="3290054" cy="216000"/>
          </a:xfrm>
        </p:spPr>
        <p:txBody>
          <a:bodyPr/>
          <a:lstStyle>
            <a:lvl1pPr marL="0" indent="0">
              <a:buNone/>
              <a:defRPr sz="1200" b="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err="1"/>
              <a:t>Address</a:t>
            </a:r>
            <a:endParaRPr lang="de-DE" dirty="0"/>
          </a:p>
        </p:txBody>
      </p:sp>
    </p:spTree>
    <p:extLst>
      <p:ext uri="{BB962C8B-B14F-4D97-AF65-F5344CB8AC3E}">
        <p14:creationId xmlns:p14="http://schemas.microsoft.com/office/powerpoint/2010/main" val="99983445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chlussfolie blau">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8" name="Grafik 27">
            <a:extLst>
              <a:ext uri="{FF2B5EF4-FFF2-40B4-BE49-F238E27FC236}">
                <a16:creationId xmlns:a16="http://schemas.microsoft.com/office/drawing/2014/main" id="{FB752999-B480-46AD-86AB-B98CEC626865}"/>
              </a:ext>
              <a:ext uri="{C183D7F6-B498-43B3-948B-1728B52AA6E4}">
                <adec:decorative xmlns:adec="http://schemas.microsoft.com/office/drawing/2017/decorative" val="1"/>
              </a:ext>
            </a:extLst>
          </p:cNvPr>
          <p:cNvPicPr>
            <a:picLocks noChangeAspect="1"/>
          </p:cNvPicPr>
          <p:nvPr userDrawn="1"/>
        </p:nvPicPr>
        <p:blipFill>
          <a:blip r:embed="rId3">
            <a:biLevel thresh="25000"/>
            <a:extLst>
              <a:ext uri="{28A0092B-C50C-407E-A947-70E740481C1C}">
                <a14:useLocalDpi xmlns:a14="http://schemas.microsoft.com/office/drawing/2010/main" val="0"/>
              </a:ext>
            </a:extLst>
          </a:blip>
          <a:stretch>
            <a:fillRect/>
          </a:stretch>
        </p:blipFill>
        <p:spPr>
          <a:xfrm>
            <a:off x="406800" y="344529"/>
            <a:ext cx="2136071" cy="431998"/>
          </a:xfrm>
          <a:prstGeom prst="rect">
            <a:avLst/>
          </a:prstGeom>
        </p:spPr>
      </p:pic>
      <p:pic>
        <p:nvPicPr>
          <p:cNvPr id="29" name="Grafik 28">
            <a:extLst>
              <a:ext uri="{FF2B5EF4-FFF2-40B4-BE49-F238E27FC236}">
                <a16:creationId xmlns:a16="http://schemas.microsoft.com/office/drawing/2014/main" id="{EA94CF37-DF83-4EB6-B7FC-3A54F0E0CFEA}"/>
              </a:ext>
              <a:ext uri="{C183D7F6-B498-43B3-948B-1728B52AA6E4}">
                <adec:decorative xmlns:adec="http://schemas.microsoft.com/office/drawing/2017/decorative" val="1"/>
              </a:ext>
            </a:extLst>
          </p:cNvPr>
          <p:cNvPicPr>
            <a:picLocks noChangeAspect="1"/>
          </p:cNvPicPr>
          <p:nvPr userDrawn="1"/>
        </p:nvPicPr>
        <p:blipFill rotWithShape="1">
          <a:blip r:embed="rId4">
            <a:biLevel thresh="25000"/>
            <a:extLst>
              <a:ext uri="{28A0092B-C50C-407E-A947-70E740481C1C}">
                <a14:useLocalDpi xmlns:a14="http://schemas.microsoft.com/office/drawing/2010/main" val="0"/>
              </a:ext>
            </a:extLst>
          </a:blip>
          <a:srcRect l="23763" t="1" b="-1"/>
          <a:stretch/>
        </p:blipFill>
        <p:spPr>
          <a:xfrm>
            <a:off x="914400" y="656409"/>
            <a:ext cx="1628471" cy="168351"/>
          </a:xfrm>
          <a:prstGeom prst="rect">
            <a:avLst/>
          </a:prstGeom>
        </p:spPr>
      </p:pic>
      <p:sp>
        <p:nvSpPr>
          <p:cNvPr id="16" name="Textfeld 15"/>
          <p:cNvSpPr txBox="1"/>
          <p:nvPr userDrawn="1"/>
        </p:nvSpPr>
        <p:spPr>
          <a:xfrm>
            <a:off x="396000" y="1360800"/>
            <a:ext cx="2160000" cy="291600"/>
          </a:xfrm>
          <a:prstGeom prst="rect">
            <a:avLst/>
          </a:prstGeom>
        </p:spPr>
        <p:txBody>
          <a:bodyPr vert="horz" lIns="0" tIns="0" rIns="0" bIns="0" rtlCol="0">
            <a:noAutofit/>
          </a:bodyPr>
          <a:lstStyle>
            <a:lvl1pPr lvl="0" indent="0" defTabSz="685800">
              <a:lnSpc>
                <a:spcPct val="120000"/>
              </a:lnSpc>
              <a:spcBef>
                <a:spcPts val="750"/>
              </a:spcBef>
              <a:buClr>
                <a:schemeClr val="accent2"/>
              </a:buClr>
              <a:buFont typeface="Arial" panose="020B0604020202020204" pitchFamily="34" charset="0"/>
              <a:buNone/>
              <a:defRPr sz="1200" b="0">
                <a:solidFill>
                  <a:schemeClr val="tx1">
                    <a:lumMod val="75000"/>
                    <a:lumOff val="25000"/>
                  </a:schemeClr>
                </a:solidFill>
              </a:defRPr>
            </a:lvl1pPr>
            <a:lvl2pPr marL="449263" indent="-273050" defTabSz="685800">
              <a:lnSpc>
                <a:spcPct val="120000"/>
              </a:lnSpc>
              <a:spcBef>
                <a:spcPts val="375"/>
              </a:spcBef>
              <a:buFont typeface="Arial" panose="020B0604020202020204" pitchFamily="34" charset="0"/>
              <a:buChar char="–"/>
              <a:defRPr sz="1800">
                <a:solidFill>
                  <a:schemeClr val="bg1"/>
                </a:solidFill>
              </a:defRPr>
            </a:lvl2pPr>
            <a:lvl3pPr marL="715963" indent="-266700" defTabSz="685800">
              <a:lnSpc>
                <a:spcPct val="120000"/>
              </a:lnSpc>
              <a:spcBef>
                <a:spcPts val="375"/>
              </a:spcBef>
              <a:buFont typeface="Arial" panose="020B0604020202020204" pitchFamily="34" charset="0"/>
              <a:buChar char="–"/>
              <a:defRPr sz="1800">
                <a:solidFill>
                  <a:schemeClr val="bg1"/>
                </a:solidFill>
              </a:defRPr>
            </a:lvl3pPr>
            <a:lvl4pPr marL="987425" indent="-271463" defTabSz="685800">
              <a:lnSpc>
                <a:spcPct val="120000"/>
              </a:lnSpc>
              <a:spcBef>
                <a:spcPts val="375"/>
              </a:spcBef>
              <a:buFont typeface="Arial" panose="020B0604020202020204" pitchFamily="34" charset="0"/>
              <a:buChar char="–"/>
              <a:defRPr sz="1800">
                <a:solidFill>
                  <a:schemeClr val="bg1"/>
                </a:solidFill>
              </a:defRPr>
            </a:lvl4pPr>
            <a:lvl5pPr marL="1254125" indent="-266700" defTabSz="685800">
              <a:lnSpc>
                <a:spcPct val="120000"/>
              </a:lnSpc>
              <a:spcBef>
                <a:spcPts val="375"/>
              </a:spcBef>
              <a:buFont typeface="Arial" panose="020B0604020202020204" pitchFamily="34" charset="0"/>
              <a:buChar char="–"/>
              <a:defRPr sz="1800">
                <a:solidFill>
                  <a:schemeClr val="bg1"/>
                </a:solidFill>
              </a:defRPr>
            </a:lvl5pPr>
            <a:lvl6pPr marL="1885950" indent="-171450" defTabSz="685800">
              <a:lnSpc>
                <a:spcPct val="90000"/>
              </a:lnSpc>
              <a:spcBef>
                <a:spcPts val="375"/>
              </a:spcBef>
              <a:buFont typeface="Arial" panose="020B0604020202020204" pitchFamily="34" charset="0"/>
              <a:buChar char="•"/>
              <a:defRPr sz="1350"/>
            </a:lvl6pPr>
            <a:lvl7pPr marL="2228850" indent="-171450" defTabSz="685800">
              <a:lnSpc>
                <a:spcPct val="90000"/>
              </a:lnSpc>
              <a:spcBef>
                <a:spcPts val="375"/>
              </a:spcBef>
              <a:buFont typeface="Arial" panose="020B0604020202020204" pitchFamily="34" charset="0"/>
              <a:buChar char="•"/>
              <a:defRPr sz="1350"/>
            </a:lvl7pPr>
            <a:lvl8pPr marL="2571750" indent="-171450" defTabSz="685800">
              <a:lnSpc>
                <a:spcPct val="90000"/>
              </a:lnSpc>
              <a:spcBef>
                <a:spcPts val="375"/>
              </a:spcBef>
              <a:buFont typeface="Arial" panose="020B0604020202020204" pitchFamily="34" charset="0"/>
              <a:buChar char="•"/>
              <a:defRPr sz="1350"/>
            </a:lvl8pPr>
            <a:lvl9pPr marL="2914650" indent="-171450" defTabSz="685800">
              <a:lnSpc>
                <a:spcPct val="90000"/>
              </a:lnSpc>
              <a:spcBef>
                <a:spcPts val="375"/>
              </a:spcBef>
              <a:buFont typeface="Arial" panose="020B0604020202020204" pitchFamily="34" charset="0"/>
              <a:buChar char="•"/>
              <a:defRPr sz="1350"/>
            </a:lvl9pPr>
          </a:lstStyle>
          <a:p>
            <a:pPr lvl="0">
              <a:spcBef>
                <a:spcPts val="200"/>
              </a:spcBef>
              <a:spcAft>
                <a:spcPts val="0"/>
              </a:spcAft>
              <a:tabLst>
                <a:tab pos="541332" algn="l"/>
              </a:tabLst>
            </a:pPr>
            <a:r>
              <a:rPr lang="de-DE" sz="2000" b="1" dirty="0" err="1">
                <a:solidFill>
                  <a:schemeClr val="bg1"/>
                </a:solidFill>
              </a:rPr>
              <a:t>Thank</a:t>
            </a:r>
            <a:r>
              <a:rPr lang="de-DE" sz="2000" b="1" dirty="0">
                <a:solidFill>
                  <a:schemeClr val="bg1"/>
                </a:solidFill>
              </a:rPr>
              <a:t> </a:t>
            </a:r>
            <a:r>
              <a:rPr lang="de-DE" sz="2000" b="1" dirty="0" err="1">
                <a:solidFill>
                  <a:schemeClr val="bg1"/>
                </a:solidFill>
              </a:rPr>
              <a:t>you</a:t>
            </a:r>
            <a:r>
              <a:rPr lang="de-DE" sz="2000" b="1" dirty="0">
                <a:solidFill>
                  <a:schemeClr val="bg1"/>
                </a:solidFill>
              </a:rPr>
              <a:t>!</a:t>
            </a:r>
          </a:p>
        </p:txBody>
      </p:sp>
      <p:sp>
        <p:nvSpPr>
          <p:cNvPr id="27" name="Bildplatzhalter 7">
            <a:extLst>
              <a:ext uri="{FF2B5EF4-FFF2-40B4-BE49-F238E27FC236}">
                <a16:creationId xmlns:a16="http://schemas.microsoft.com/office/drawing/2014/main" id="{E8FAD59D-97FD-4838-AA91-B266FA5DD370}"/>
              </a:ext>
            </a:extLst>
          </p:cNvPr>
          <p:cNvSpPr>
            <a:spLocks noGrp="1"/>
          </p:cNvSpPr>
          <p:nvPr>
            <p:ph type="pic" sz="quarter" idx="14"/>
          </p:nvPr>
        </p:nvSpPr>
        <p:spPr>
          <a:xfrm>
            <a:off x="410400" y="1911600"/>
            <a:ext cx="1440000" cy="1440000"/>
          </a:xfrm>
          <a:prstGeom prst="ellipse">
            <a:avLst/>
          </a:prstGeom>
          <a:solidFill>
            <a:schemeClr val="bg1"/>
          </a:solidFill>
        </p:spPr>
        <p:txBody>
          <a:bodyPr tIns="0"/>
          <a:lstStyle>
            <a:lvl1pPr marL="0" indent="0" algn="ctr">
              <a:buNone/>
              <a:defRPr sz="1200"/>
            </a:lvl1pPr>
          </a:lstStyle>
          <a:p>
            <a:r>
              <a:rPr lang="de-DE" dirty="0"/>
              <a:t>Bild durch Klicken auf Symbol hinzufügen</a:t>
            </a:r>
            <a:endParaRPr lang="en-US" dirty="0"/>
          </a:p>
        </p:txBody>
      </p:sp>
      <p:sp>
        <p:nvSpPr>
          <p:cNvPr id="20" name="Textplatzhalter 10"/>
          <p:cNvSpPr>
            <a:spLocks noGrp="1"/>
          </p:cNvSpPr>
          <p:nvPr>
            <p:ph type="body" sz="quarter" idx="15" hasCustomPrompt="1"/>
          </p:nvPr>
        </p:nvSpPr>
        <p:spPr>
          <a:xfrm>
            <a:off x="2174400" y="2093040"/>
            <a:ext cx="3290054" cy="194400"/>
          </a:xfrm>
        </p:spPr>
        <p:txBody>
          <a:bodyPr/>
          <a:lstStyle>
            <a:lvl1pPr marL="0" indent="0">
              <a:buNone/>
              <a:defRPr sz="1200" b="1">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Name</a:t>
            </a:r>
          </a:p>
        </p:txBody>
      </p:sp>
      <p:sp>
        <p:nvSpPr>
          <p:cNvPr id="21" name="E-Mail">
            <a:extLst>
              <a:ext uri="{FF2B5EF4-FFF2-40B4-BE49-F238E27FC236}">
                <a16:creationId xmlns:a16="http://schemas.microsoft.com/office/drawing/2014/main" id="{0EF3AEB7-6218-41A3-AF52-E25C7AF428CB}"/>
              </a:ext>
            </a:extLst>
          </p:cNvPr>
          <p:cNvSpPr>
            <a:spLocks noGrp="1"/>
          </p:cNvSpPr>
          <p:nvPr>
            <p:ph type="body" sz="quarter" idx="31" hasCustomPrompt="1"/>
          </p:nvPr>
        </p:nvSpPr>
        <p:spPr>
          <a:xfrm>
            <a:off x="2174400" y="2571750"/>
            <a:ext cx="542646" cy="216482"/>
          </a:xfrm>
        </p:spPr>
        <p:txBody>
          <a:bodyPr/>
          <a:lstStyle>
            <a:lvl1pPr>
              <a:buFontTx/>
              <a:buNone/>
              <a:defRPr lang="de-DE" sz="1200" b="0" kern="1200" dirty="0" smtClean="0">
                <a:solidFill>
                  <a:schemeClr val="bg1"/>
                </a:solidFill>
                <a:latin typeface="+mn-lt"/>
                <a:ea typeface="+mn-ea"/>
                <a:cs typeface="+mn-cs"/>
              </a:defRPr>
            </a:lvl1pPr>
            <a:lvl2pPr>
              <a:defRPr lang="de-DE" sz="1200" b="0" kern="1200" dirty="0" smtClean="0">
                <a:solidFill>
                  <a:schemeClr val="tx1"/>
                </a:solidFill>
                <a:latin typeface="+mn-lt"/>
                <a:ea typeface="+mn-ea"/>
                <a:cs typeface="+mn-cs"/>
              </a:defRPr>
            </a:lvl2pPr>
            <a:lvl3pPr>
              <a:defRPr lang="de-DE" sz="1200" b="0" kern="1200" dirty="0" smtClean="0">
                <a:solidFill>
                  <a:schemeClr val="tx1"/>
                </a:solidFill>
                <a:latin typeface="+mn-lt"/>
                <a:ea typeface="+mn-ea"/>
                <a:cs typeface="+mn-cs"/>
              </a:defRPr>
            </a:lvl3pPr>
            <a:lvl4pPr>
              <a:defRPr lang="de-DE" sz="1200" b="0" kern="1200" dirty="0" smtClean="0">
                <a:solidFill>
                  <a:schemeClr val="tx1"/>
                </a:solidFill>
                <a:latin typeface="+mn-lt"/>
                <a:ea typeface="+mn-ea"/>
                <a:cs typeface="+mn-cs"/>
              </a:defRPr>
            </a:lvl4pPr>
            <a:lvl5pPr>
              <a:defRPr lang="de-DE" sz="1200" b="0" kern="1200" dirty="0">
                <a:solidFill>
                  <a:schemeClr val="tx1"/>
                </a:solidFill>
                <a:latin typeface="+mn-lt"/>
                <a:ea typeface="+mn-ea"/>
                <a:cs typeface="+mn-cs"/>
              </a:defRPr>
            </a:lvl5pPr>
          </a:lstStyle>
          <a:p>
            <a:pPr marL="0" lvl="0" indent="0" algn="l" defTabSz="571454" rtl="0" eaLnBrk="1" latinLnBrk="0" hangingPunct="1">
              <a:lnSpc>
                <a:spcPct val="120000"/>
              </a:lnSpc>
              <a:spcBef>
                <a:spcPts val="625"/>
              </a:spcBef>
              <a:buClr>
                <a:schemeClr val="accent1"/>
              </a:buClr>
              <a:buFont typeface="Arial" panose="020B0604020202020204" pitchFamily="34" charset="0"/>
              <a:buNone/>
            </a:pPr>
            <a:r>
              <a:rPr lang="de-DE" dirty="0" err="1"/>
              <a:t>e-mail</a:t>
            </a:r>
            <a:endParaRPr lang="de-DE" dirty="0"/>
          </a:p>
        </p:txBody>
      </p:sp>
      <p:sp>
        <p:nvSpPr>
          <p:cNvPr id="30" name="Email Adresse">
            <a:extLst>
              <a:ext uri="{FF2B5EF4-FFF2-40B4-BE49-F238E27FC236}">
                <a16:creationId xmlns:a16="http://schemas.microsoft.com/office/drawing/2014/main" id="{118DEBC9-D26E-41CE-8AAB-C22253B8FBDB}"/>
              </a:ext>
            </a:extLst>
          </p:cNvPr>
          <p:cNvSpPr>
            <a:spLocks noGrp="1"/>
          </p:cNvSpPr>
          <p:nvPr>
            <p:ph type="body" sz="quarter" idx="26" hasCustomPrompt="1"/>
          </p:nvPr>
        </p:nvSpPr>
        <p:spPr>
          <a:xfrm>
            <a:off x="2717046" y="2571750"/>
            <a:ext cx="2747409" cy="216000"/>
          </a:xfrm>
        </p:spPr>
        <p:txBody>
          <a:bodyPr/>
          <a:lstStyle>
            <a:lvl1pPr marL="0" indent="0">
              <a:buNone/>
              <a:defRPr sz="1200" b="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err="1"/>
              <a:t>enter</a:t>
            </a:r>
            <a:r>
              <a:rPr lang="de-DE" dirty="0"/>
              <a:t> </a:t>
            </a:r>
            <a:r>
              <a:rPr lang="de-DE" dirty="0" err="1"/>
              <a:t>address</a:t>
            </a:r>
            <a:endParaRPr lang="de-DE" dirty="0"/>
          </a:p>
        </p:txBody>
      </p:sp>
      <p:sp>
        <p:nvSpPr>
          <p:cNvPr id="38" name="Durchwahl">
            <a:extLst>
              <a:ext uri="{FF2B5EF4-FFF2-40B4-BE49-F238E27FC236}">
                <a16:creationId xmlns:a16="http://schemas.microsoft.com/office/drawing/2014/main" id="{E133C5D0-8225-4F00-87C0-B1A77BDD5308}"/>
              </a:ext>
            </a:extLst>
          </p:cNvPr>
          <p:cNvSpPr>
            <a:spLocks noGrp="1"/>
          </p:cNvSpPr>
          <p:nvPr>
            <p:ph type="body" sz="quarter" idx="35" hasCustomPrompt="1"/>
          </p:nvPr>
        </p:nvSpPr>
        <p:spPr>
          <a:xfrm>
            <a:off x="2174400" y="2803119"/>
            <a:ext cx="1745931" cy="245786"/>
          </a:xfrm>
        </p:spPr>
        <p:txBody>
          <a:bodyPr/>
          <a:lstStyle>
            <a:lvl1pPr marL="0" indent="0" defTabSz="539750">
              <a:buNone/>
              <a:defRPr sz="1200" b="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err="1"/>
              <a:t>phone</a:t>
            </a:r>
            <a:r>
              <a:rPr lang="de-DE" dirty="0"/>
              <a:t>	+49 (0) 711 685-</a:t>
            </a:r>
          </a:p>
        </p:txBody>
      </p:sp>
      <p:sp>
        <p:nvSpPr>
          <p:cNvPr id="32" name="Durchwahl">
            <a:extLst>
              <a:ext uri="{FF2B5EF4-FFF2-40B4-BE49-F238E27FC236}">
                <a16:creationId xmlns:a16="http://schemas.microsoft.com/office/drawing/2014/main" id="{76EA4574-E195-402F-BE7A-C5DAB28ED00E}"/>
              </a:ext>
            </a:extLst>
          </p:cNvPr>
          <p:cNvSpPr>
            <a:spLocks noGrp="1"/>
          </p:cNvSpPr>
          <p:nvPr>
            <p:ph type="body" sz="quarter" idx="23" hasCustomPrompt="1"/>
          </p:nvPr>
        </p:nvSpPr>
        <p:spPr>
          <a:xfrm>
            <a:off x="3861486" y="2803119"/>
            <a:ext cx="649267" cy="245786"/>
          </a:xfrm>
        </p:spPr>
        <p:txBody>
          <a:bodyPr/>
          <a:lstStyle>
            <a:lvl1pPr marL="0" indent="0">
              <a:buNone/>
              <a:defRPr sz="1200" b="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a:t>
            </a:r>
          </a:p>
        </p:txBody>
      </p:sp>
      <p:sp>
        <p:nvSpPr>
          <p:cNvPr id="33" name="www">
            <a:extLst>
              <a:ext uri="{FF2B5EF4-FFF2-40B4-BE49-F238E27FC236}">
                <a16:creationId xmlns:a16="http://schemas.microsoft.com/office/drawing/2014/main" id="{A2A5A03D-8A1F-46C2-8C7A-3BB7531CDFB9}"/>
              </a:ext>
            </a:extLst>
          </p:cNvPr>
          <p:cNvSpPr>
            <a:spLocks noGrp="1"/>
          </p:cNvSpPr>
          <p:nvPr>
            <p:ph type="body" sz="quarter" idx="33" hasCustomPrompt="1"/>
          </p:nvPr>
        </p:nvSpPr>
        <p:spPr>
          <a:xfrm>
            <a:off x="2174401" y="3063790"/>
            <a:ext cx="364806" cy="238329"/>
          </a:xfrm>
        </p:spPr>
        <p:txBody>
          <a:bodyPr/>
          <a:lstStyle>
            <a:lvl1pPr marL="0" indent="0">
              <a:buNone/>
              <a:defRPr sz="1200" b="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www.</a:t>
            </a:r>
          </a:p>
        </p:txBody>
      </p:sp>
      <p:sp>
        <p:nvSpPr>
          <p:cNvPr id="34" name="Webadresse">
            <a:extLst>
              <a:ext uri="{FF2B5EF4-FFF2-40B4-BE49-F238E27FC236}">
                <a16:creationId xmlns:a16="http://schemas.microsoft.com/office/drawing/2014/main" id="{728AF890-7B6D-440A-957D-471333F7DC28}"/>
              </a:ext>
            </a:extLst>
          </p:cNvPr>
          <p:cNvSpPr>
            <a:spLocks noGrp="1"/>
          </p:cNvSpPr>
          <p:nvPr>
            <p:ph type="body" sz="quarter" idx="24" hasCustomPrompt="1"/>
          </p:nvPr>
        </p:nvSpPr>
        <p:spPr>
          <a:xfrm>
            <a:off x="2539208" y="3063790"/>
            <a:ext cx="1838323" cy="238329"/>
          </a:xfrm>
        </p:spPr>
        <p:txBody>
          <a:bodyPr/>
          <a:lstStyle>
            <a:lvl1pPr marL="0" indent="0">
              <a:buNone/>
              <a:defRPr sz="1200" b="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err="1"/>
              <a:t>enter</a:t>
            </a:r>
            <a:r>
              <a:rPr lang="de-DE" dirty="0"/>
              <a:t> </a:t>
            </a:r>
            <a:r>
              <a:rPr lang="de-DE" dirty="0" err="1"/>
              <a:t>address</a:t>
            </a:r>
            <a:endParaRPr lang="de-DE" dirty="0"/>
          </a:p>
        </p:txBody>
      </p:sp>
      <p:sp>
        <p:nvSpPr>
          <p:cNvPr id="35" name="Universität Stuttgart">
            <a:extLst>
              <a:ext uri="{FF2B5EF4-FFF2-40B4-BE49-F238E27FC236}">
                <a16:creationId xmlns:a16="http://schemas.microsoft.com/office/drawing/2014/main" id="{9B3B404A-B28D-4400-A9AD-FAFEB6FD8D1D}"/>
              </a:ext>
            </a:extLst>
          </p:cNvPr>
          <p:cNvSpPr>
            <a:spLocks noGrp="1"/>
          </p:cNvSpPr>
          <p:nvPr>
            <p:ph type="body" sz="quarter" idx="34" hasCustomPrompt="1"/>
          </p:nvPr>
        </p:nvSpPr>
        <p:spPr>
          <a:xfrm>
            <a:off x="2174400" y="3508234"/>
            <a:ext cx="2500012" cy="218691"/>
          </a:xfrm>
        </p:spPr>
        <p:txBody>
          <a:bodyPr/>
          <a:lstStyle>
            <a:lvl1pPr marL="0" indent="0">
              <a:buNone/>
              <a:defRPr sz="1200" b="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lgn="l" defTabSz="571454" rtl="0" eaLnBrk="1" latinLnBrk="0" hangingPunct="1">
              <a:lnSpc>
                <a:spcPct val="120000"/>
              </a:lnSpc>
              <a:spcBef>
                <a:spcPts val="625"/>
              </a:spcBef>
              <a:spcAft>
                <a:spcPts val="0"/>
              </a:spcAft>
              <a:buClr>
                <a:schemeClr val="accent1"/>
              </a:buClr>
              <a:buFont typeface="Arial" panose="020B0604020202020204" pitchFamily="34" charset="0"/>
              <a:buNone/>
              <a:tabLst>
                <a:tab pos="541338" algn="l"/>
              </a:tabLst>
            </a:pPr>
            <a:r>
              <a:rPr lang="de-DE" dirty="0"/>
              <a:t>University </a:t>
            </a:r>
            <a:r>
              <a:rPr lang="de-DE" dirty="0" err="1"/>
              <a:t>of</a:t>
            </a:r>
            <a:r>
              <a:rPr lang="de-DE" dirty="0"/>
              <a:t> Stuttgart</a:t>
            </a:r>
          </a:p>
        </p:txBody>
      </p:sp>
      <p:sp>
        <p:nvSpPr>
          <p:cNvPr id="36" name="Abteilung Institut">
            <a:extLst>
              <a:ext uri="{FF2B5EF4-FFF2-40B4-BE49-F238E27FC236}">
                <a16:creationId xmlns:a16="http://schemas.microsoft.com/office/drawing/2014/main" id="{635F31DC-6AAF-4C41-8D74-05D4427F48EA}"/>
              </a:ext>
            </a:extLst>
          </p:cNvPr>
          <p:cNvSpPr>
            <a:spLocks noGrp="1"/>
          </p:cNvSpPr>
          <p:nvPr>
            <p:ph type="body" sz="quarter" idx="25" hasCustomPrompt="1"/>
          </p:nvPr>
        </p:nvSpPr>
        <p:spPr>
          <a:xfrm>
            <a:off x="2174400" y="3747179"/>
            <a:ext cx="3290054" cy="216000"/>
          </a:xfrm>
        </p:spPr>
        <p:txBody>
          <a:bodyPr/>
          <a:lstStyle>
            <a:lvl1pPr marL="0" indent="0">
              <a:buNone/>
              <a:defRPr sz="1200" b="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Department </a:t>
            </a:r>
            <a:r>
              <a:rPr lang="de-DE" dirty="0" err="1"/>
              <a:t>or</a:t>
            </a:r>
            <a:r>
              <a:rPr lang="de-DE" dirty="0"/>
              <a:t> </a:t>
            </a:r>
            <a:r>
              <a:rPr lang="de-DE" dirty="0" err="1"/>
              <a:t>institute</a:t>
            </a:r>
            <a:r>
              <a:rPr lang="de-DE" dirty="0"/>
              <a:t> </a:t>
            </a:r>
            <a:r>
              <a:rPr lang="de-DE" dirty="0" err="1"/>
              <a:t>name</a:t>
            </a:r>
            <a:endParaRPr lang="de-DE" dirty="0"/>
          </a:p>
        </p:txBody>
      </p:sp>
      <p:sp>
        <p:nvSpPr>
          <p:cNvPr id="37" name="Adressfeld">
            <a:extLst>
              <a:ext uri="{FF2B5EF4-FFF2-40B4-BE49-F238E27FC236}">
                <a16:creationId xmlns:a16="http://schemas.microsoft.com/office/drawing/2014/main" id="{4C5BC753-6D21-46B4-A737-8F9A5E20BA27}"/>
              </a:ext>
            </a:extLst>
          </p:cNvPr>
          <p:cNvSpPr>
            <a:spLocks noGrp="1"/>
          </p:cNvSpPr>
          <p:nvPr>
            <p:ph type="body" sz="quarter" idx="21" hasCustomPrompt="1"/>
          </p:nvPr>
        </p:nvSpPr>
        <p:spPr>
          <a:xfrm>
            <a:off x="2174400" y="3983433"/>
            <a:ext cx="3290054" cy="216000"/>
          </a:xfrm>
        </p:spPr>
        <p:txBody>
          <a:bodyPr/>
          <a:lstStyle>
            <a:lvl1pPr marL="0" indent="0">
              <a:buNone/>
              <a:defRPr sz="1200" b="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err="1"/>
              <a:t>Address</a:t>
            </a:r>
            <a:endParaRPr lang="de-DE" dirty="0"/>
          </a:p>
        </p:txBody>
      </p:sp>
    </p:spTree>
    <p:extLst>
      <p:ext uri="{BB962C8B-B14F-4D97-AF65-F5344CB8AC3E}">
        <p14:creationId xmlns:p14="http://schemas.microsoft.com/office/powerpoint/2010/main" val="138773809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nstitute_Schlussfolie">
    <p:spTree>
      <p:nvGrpSpPr>
        <p:cNvPr id="1" name=""/>
        <p:cNvGrpSpPr/>
        <p:nvPr/>
      </p:nvGrpSpPr>
      <p:grpSpPr>
        <a:xfrm>
          <a:off x="0" y="0"/>
          <a:ext cx="0" cy="0"/>
          <a:chOff x="0" y="0"/>
          <a:chExt cx="0" cy="0"/>
        </a:xfrm>
      </p:grpSpPr>
      <p:pic>
        <p:nvPicPr>
          <p:cNvPr id="14" name="Grafik 13">
            <a:extLst>
              <a:ext uri="{FF2B5EF4-FFF2-40B4-BE49-F238E27FC236}">
                <a16:creationId xmlns:a16="http://schemas.microsoft.com/office/drawing/2014/main" id="{81775667-CF64-48AD-BB4D-F55AF1DD9BD6}"/>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02988" y="268958"/>
            <a:ext cx="2136071" cy="431998"/>
          </a:xfrm>
          <a:prstGeom prst="rect">
            <a:avLst/>
          </a:prstGeom>
        </p:spPr>
      </p:pic>
      <p:sp>
        <p:nvSpPr>
          <p:cNvPr id="26" name="Textplatzhalter 9">
            <a:extLst>
              <a:ext uri="{FF2B5EF4-FFF2-40B4-BE49-F238E27FC236}">
                <a16:creationId xmlns:a16="http://schemas.microsoft.com/office/drawing/2014/main" id="{CCC87B1C-0FE3-4333-ACA0-A95E3356614D}"/>
              </a:ext>
              <a:ext uri="{C183D7F6-B498-43B3-948B-1728B52AA6E4}">
                <adec:decorative xmlns:adec="http://schemas.microsoft.com/office/drawing/2017/decorative" val="0"/>
              </a:ext>
            </a:extLst>
          </p:cNvPr>
          <p:cNvSpPr>
            <a:spLocks noGrp="1"/>
          </p:cNvSpPr>
          <p:nvPr>
            <p:ph type="body" sz="quarter" idx="13" hasCustomPrompt="1"/>
          </p:nvPr>
        </p:nvSpPr>
        <p:spPr>
          <a:xfrm>
            <a:off x="952454" y="593154"/>
            <a:ext cx="3561913" cy="435081"/>
          </a:xfrm>
        </p:spPr>
        <p:txBody>
          <a:bodyPr/>
          <a:lstStyle>
            <a:lvl1pPr marL="0" indent="0">
              <a:lnSpc>
                <a:spcPct val="100000"/>
              </a:lnSpc>
              <a:buFontTx/>
              <a:buNone/>
              <a:defRPr sz="1200"/>
            </a:lvl1pPr>
          </a:lstStyle>
          <a:p>
            <a:pPr lvl="0"/>
            <a:r>
              <a:rPr lang="de-DE" dirty="0"/>
              <a:t>Institutsname max. 2-zeilig, bitte hier klicken und überschreiben</a:t>
            </a:r>
          </a:p>
        </p:txBody>
      </p:sp>
      <p:sp>
        <p:nvSpPr>
          <p:cNvPr id="16" name="Textfeld 15"/>
          <p:cNvSpPr txBox="1"/>
          <p:nvPr userDrawn="1"/>
        </p:nvSpPr>
        <p:spPr>
          <a:xfrm>
            <a:off x="396000" y="1360800"/>
            <a:ext cx="2160000" cy="291600"/>
          </a:xfrm>
          <a:prstGeom prst="rect">
            <a:avLst/>
          </a:prstGeom>
        </p:spPr>
        <p:txBody>
          <a:bodyPr vert="horz" lIns="0" tIns="0" rIns="0" bIns="0" rtlCol="0">
            <a:noAutofit/>
          </a:bodyPr>
          <a:lstStyle>
            <a:lvl1pPr lvl="0" indent="0" defTabSz="685800">
              <a:lnSpc>
                <a:spcPct val="120000"/>
              </a:lnSpc>
              <a:spcBef>
                <a:spcPts val="750"/>
              </a:spcBef>
              <a:buClr>
                <a:schemeClr val="accent2"/>
              </a:buClr>
              <a:buFont typeface="Arial" panose="020B0604020202020204" pitchFamily="34" charset="0"/>
              <a:buNone/>
              <a:defRPr sz="1200" b="0">
                <a:solidFill>
                  <a:schemeClr val="tx1">
                    <a:lumMod val="75000"/>
                    <a:lumOff val="25000"/>
                  </a:schemeClr>
                </a:solidFill>
              </a:defRPr>
            </a:lvl1pPr>
            <a:lvl2pPr marL="449263" indent="-273050" defTabSz="685800">
              <a:lnSpc>
                <a:spcPct val="120000"/>
              </a:lnSpc>
              <a:spcBef>
                <a:spcPts val="375"/>
              </a:spcBef>
              <a:buFont typeface="Arial" panose="020B0604020202020204" pitchFamily="34" charset="0"/>
              <a:buChar char="–"/>
              <a:defRPr sz="1800">
                <a:solidFill>
                  <a:schemeClr val="bg1"/>
                </a:solidFill>
              </a:defRPr>
            </a:lvl2pPr>
            <a:lvl3pPr marL="715963" indent="-266700" defTabSz="685800">
              <a:lnSpc>
                <a:spcPct val="120000"/>
              </a:lnSpc>
              <a:spcBef>
                <a:spcPts val="375"/>
              </a:spcBef>
              <a:buFont typeface="Arial" panose="020B0604020202020204" pitchFamily="34" charset="0"/>
              <a:buChar char="–"/>
              <a:defRPr sz="1800">
                <a:solidFill>
                  <a:schemeClr val="bg1"/>
                </a:solidFill>
              </a:defRPr>
            </a:lvl3pPr>
            <a:lvl4pPr marL="987425" indent="-271463" defTabSz="685800">
              <a:lnSpc>
                <a:spcPct val="120000"/>
              </a:lnSpc>
              <a:spcBef>
                <a:spcPts val="375"/>
              </a:spcBef>
              <a:buFont typeface="Arial" panose="020B0604020202020204" pitchFamily="34" charset="0"/>
              <a:buChar char="–"/>
              <a:defRPr sz="1800">
                <a:solidFill>
                  <a:schemeClr val="bg1"/>
                </a:solidFill>
              </a:defRPr>
            </a:lvl4pPr>
            <a:lvl5pPr marL="1254125" indent="-266700" defTabSz="685800">
              <a:lnSpc>
                <a:spcPct val="120000"/>
              </a:lnSpc>
              <a:spcBef>
                <a:spcPts val="375"/>
              </a:spcBef>
              <a:buFont typeface="Arial" panose="020B0604020202020204" pitchFamily="34" charset="0"/>
              <a:buChar char="–"/>
              <a:defRPr sz="1800">
                <a:solidFill>
                  <a:schemeClr val="bg1"/>
                </a:solidFill>
              </a:defRPr>
            </a:lvl5pPr>
            <a:lvl6pPr marL="1885950" indent="-171450" defTabSz="685800">
              <a:lnSpc>
                <a:spcPct val="90000"/>
              </a:lnSpc>
              <a:spcBef>
                <a:spcPts val="375"/>
              </a:spcBef>
              <a:buFont typeface="Arial" panose="020B0604020202020204" pitchFamily="34" charset="0"/>
              <a:buChar char="•"/>
              <a:defRPr sz="1350"/>
            </a:lvl6pPr>
            <a:lvl7pPr marL="2228850" indent="-171450" defTabSz="685800">
              <a:lnSpc>
                <a:spcPct val="90000"/>
              </a:lnSpc>
              <a:spcBef>
                <a:spcPts val="375"/>
              </a:spcBef>
              <a:buFont typeface="Arial" panose="020B0604020202020204" pitchFamily="34" charset="0"/>
              <a:buChar char="•"/>
              <a:defRPr sz="1350"/>
            </a:lvl7pPr>
            <a:lvl8pPr marL="2571750" indent="-171450" defTabSz="685800">
              <a:lnSpc>
                <a:spcPct val="90000"/>
              </a:lnSpc>
              <a:spcBef>
                <a:spcPts val="375"/>
              </a:spcBef>
              <a:buFont typeface="Arial" panose="020B0604020202020204" pitchFamily="34" charset="0"/>
              <a:buChar char="•"/>
              <a:defRPr sz="1350"/>
            </a:lvl8pPr>
            <a:lvl9pPr marL="2914650" indent="-171450" defTabSz="685800">
              <a:lnSpc>
                <a:spcPct val="90000"/>
              </a:lnSpc>
              <a:spcBef>
                <a:spcPts val="375"/>
              </a:spcBef>
              <a:buFont typeface="Arial" panose="020B0604020202020204" pitchFamily="34" charset="0"/>
              <a:buChar char="•"/>
              <a:defRPr sz="1350"/>
            </a:lvl9pPr>
          </a:lstStyle>
          <a:p>
            <a:pPr lvl="0">
              <a:spcBef>
                <a:spcPts val="200"/>
              </a:spcBef>
              <a:spcAft>
                <a:spcPts val="0"/>
              </a:spcAft>
              <a:tabLst>
                <a:tab pos="541332" algn="l"/>
              </a:tabLst>
            </a:pPr>
            <a:r>
              <a:rPr lang="de-DE" sz="2000" b="1" dirty="0" err="1">
                <a:solidFill>
                  <a:schemeClr val="tx1"/>
                </a:solidFill>
              </a:rPr>
              <a:t>Thank</a:t>
            </a:r>
            <a:r>
              <a:rPr lang="de-DE" sz="2000" b="1" dirty="0">
                <a:solidFill>
                  <a:schemeClr val="tx1"/>
                </a:solidFill>
              </a:rPr>
              <a:t> </a:t>
            </a:r>
            <a:r>
              <a:rPr lang="de-DE" sz="2000" b="1" dirty="0" err="1">
                <a:solidFill>
                  <a:schemeClr val="tx1"/>
                </a:solidFill>
              </a:rPr>
              <a:t>you</a:t>
            </a:r>
            <a:r>
              <a:rPr lang="de-DE" sz="2000" b="1" dirty="0">
                <a:solidFill>
                  <a:schemeClr val="tx1"/>
                </a:solidFill>
              </a:rPr>
              <a:t>!</a:t>
            </a:r>
          </a:p>
        </p:txBody>
      </p:sp>
      <p:sp>
        <p:nvSpPr>
          <p:cNvPr id="6" name="Bildplatzhalter 7">
            <a:extLst>
              <a:ext uri="{C183D7F6-B498-43B3-948B-1728B52AA6E4}">
                <adec:decorative xmlns:adec="http://schemas.microsoft.com/office/drawing/2017/decorative" val="1"/>
              </a:ext>
            </a:extLst>
          </p:cNvPr>
          <p:cNvSpPr>
            <a:spLocks noGrp="1"/>
          </p:cNvSpPr>
          <p:nvPr>
            <p:ph type="pic" sz="quarter" idx="14"/>
          </p:nvPr>
        </p:nvSpPr>
        <p:spPr>
          <a:xfrm>
            <a:off x="410400" y="1911600"/>
            <a:ext cx="1440000" cy="1440000"/>
          </a:xfrm>
          <a:prstGeom prst="ellipse">
            <a:avLst/>
          </a:prstGeom>
          <a:solidFill>
            <a:schemeClr val="bg1">
              <a:lumMod val="95000"/>
            </a:schemeClr>
          </a:solidFill>
        </p:spPr>
        <p:txBody>
          <a:bodyPr tIns="0"/>
          <a:lstStyle>
            <a:lvl1pPr marL="0" indent="0" algn="ctr">
              <a:buNone/>
              <a:defRPr sz="1200"/>
            </a:lvl1pPr>
          </a:lstStyle>
          <a:p>
            <a:r>
              <a:rPr lang="de-DE" dirty="0"/>
              <a:t>Bild durch Klicken auf Symbol hinzufügen</a:t>
            </a:r>
            <a:endParaRPr lang="en-US" dirty="0"/>
          </a:p>
        </p:txBody>
      </p:sp>
      <p:sp>
        <p:nvSpPr>
          <p:cNvPr id="19" name="Textplatzhalter 10"/>
          <p:cNvSpPr>
            <a:spLocks noGrp="1"/>
          </p:cNvSpPr>
          <p:nvPr>
            <p:ph type="body" sz="quarter" idx="15" hasCustomPrompt="1"/>
          </p:nvPr>
        </p:nvSpPr>
        <p:spPr>
          <a:xfrm>
            <a:off x="2174400" y="2093040"/>
            <a:ext cx="3290054" cy="194400"/>
          </a:xfrm>
        </p:spPr>
        <p:txBody>
          <a:bodyPr/>
          <a:lstStyle>
            <a:lvl1pPr marL="0" indent="0">
              <a:buNone/>
              <a:defRPr sz="1200" b="1">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Name</a:t>
            </a:r>
          </a:p>
        </p:txBody>
      </p:sp>
      <p:sp>
        <p:nvSpPr>
          <p:cNvPr id="20" name="E-Mail">
            <a:extLst>
              <a:ext uri="{FF2B5EF4-FFF2-40B4-BE49-F238E27FC236}">
                <a16:creationId xmlns:a16="http://schemas.microsoft.com/office/drawing/2014/main" id="{9F03756C-F8E1-41A9-9E8F-8F8808524CC2}"/>
              </a:ext>
            </a:extLst>
          </p:cNvPr>
          <p:cNvSpPr>
            <a:spLocks noGrp="1"/>
          </p:cNvSpPr>
          <p:nvPr>
            <p:ph type="body" sz="quarter" idx="31" hasCustomPrompt="1"/>
          </p:nvPr>
        </p:nvSpPr>
        <p:spPr>
          <a:xfrm>
            <a:off x="2174400" y="2571750"/>
            <a:ext cx="542646" cy="216482"/>
          </a:xfrm>
        </p:spPr>
        <p:txBody>
          <a:bodyPr/>
          <a:lstStyle>
            <a:lvl1pPr>
              <a:buFontTx/>
              <a:buNone/>
              <a:defRPr lang="de-DE" sz="1200" b="0" kern="1200" dirty="0" smtClean="0">
                <a:solidFill>
                  <a:schemeClr val="tx1"/>
                </a:solidFill>
                <a:latin typeface="+mn-lt"/>
                <a:ea typeface="+mn-ea"/>
                <a:cs typeface="+mn-cs"/>
              </a:defRPr>
            </a:lvl1pPr>
            <a:lvl2pPr>
              <a:defRPr lang="de-DE" sz="1200" b="0" kern="1200" dirty="0" smtClean="0">
                <a:solidFill>
                  <a:schemeClr val="tx1"/>
                </a:solidFill>
                <a:latin typeface="+mn-lt"/>
                <a:ea typeface="+mn-ea"/>
                <a:cs typeface="+mn-cs"/>
              </a:defRPr>
            </a:lvl2pPr>
            <a:lvl3pPr>
              <a:defRPr lang="de-DE" sz="1200" b="0" kern="1200" dirty="0" smtClean="0">
                <a:solidFill>
                  <a:schemeClr val="tx1"/>
                </a:solidFill>
                <a:latin typeface="+mn-lt"/>
                <a:ea typeface="+mn-ea"/>
                <a:cs typeface="+mn-cs"/>
              </a:defRPr>
            </a:lvl3pPr>
            <a:lvl4pPr>
              <a:defRPr lang="de-DE" sz="1200" b="0" kern="1200" dirty="0" smtClean="0">
                <a:solidFill>
                  <a:schemeClr val="tx1"/>
                </a:solidFill>
                <a:latin typeface="+mn-lt"/>
                <a:ea typeface="+mn-ea"/>
                <a:cs typeface="+mn-cs"/>
              </a:defRPr>
            </a:lvl4pPr>
            <a:lvl5pPr>
              <a:defRPr lang="de-DE" sz="1200" b="0" kern="1200" dirty="0">
                <a:solidFill>
                  <a:schemeClr val="tx1"/>
                </a:solidFill>
                <a:latin typeface="+mn-lt"/>
                <a:ea typeface="+mn-ea"/>
                <a:cs typeface="+mn-cs"/>
              </a:defRPr>
            </a:lvl5pPr>
          </a:lstStyle>
          <a:p>
            <a:pPr marL="0" lvl="0" indent="0" algn="l" defTabSz="571454" rtl="0" eaLnBrk="1" latinLnBrk="0" hangingPunct="1">
              <a:lnSpc>
                <a:spcPct val="120000"/>
              </a:lnSpc>
              <a:spcBef>
                <a:spcPts val="625"/>
              </a:spcBef>
              <a:buClr>
                <a:schemeClr val="accent1"/>
              </a:buClr>
              <a:buFont typeface="Arial" panose="020B0604020202020204" pitchFamily="34" charset="0"/>
              <a:buNone/>
            </a:pPr>
            <a:r>
              <a:rPr lang="de-DE" dirty="0" err="1"/>
              <a:t>e-mail</a:t>
            </a:r>
            <a:endParaRPr lang="de-DE" dirty="0"/>
          </a:p>
        </p:txBody>
      </p:sp>
      <p:sp>
        <p:nvSpPr>
          <p:cNvPr id="28" name="Email Adresse">
            <a:extLst>
              <a:ext uri="{FF2B5EF4-FFF2-40B4-BE49-F238E27FC236}">
                <a16:creationId xmlns:a16="http://schemas.microsoft.com/office/drawing/2014/main" id="{16E0C391-6D81-4638-AEFC-89677A952E40}"/>
              </a:ext>
            </a:extLst>
          </p:cNvPr>
          <p:cNvSpPr>
            <a:spLocks noGrp="1"/>
          </p:cNvSpPr>
          <p:nvPr>
            <p:ph type="body" sz="quarter" idx="26" hasCustomPrompt="1"/>
          </p:nvPr>
        </p:nvSpPr>
        <p:spPr>
          <a:xfrm>
            <a:off x="2717046" y="2571750"/>
            <a:ext cx="2747409" cy="216000"/>
          </a:xfrm>
        </p:spPr>
        <p:txBody>
          <a:bodyPr/>
          <a:lstStyle>
            <a:lvl1pPr marL="0" indent="0">
              <a:buNone/>
              <a:defRPr sz="1200" b="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err="1"/>
              <a:t>enter</a:t>
            </a:r>
            <a:r>
              <a:rPr lang="de-DE" dirty="0"/>
              <a:t> </a:t>
            </a:r>
            <a:r>
              <a:rPr lang="de-DE" dirty="0" err="1"/>
              <a:t>address</a:t>
            </a:r>
            <a:endParaRPr lang="de-DE" dirty="0"/>
          </a:p>
        </p:txBody>
      </p:sp>
      <p:sp>
        <p:nvSpPr>
          <p:cNvPr id="29" name="Telefonnummer">
            <a:extLst>
              <a:ext uri="{FF2B5EF4-FFF2-40B4-BE49-F238E27FC236}">
                <a16:creationId xmlns:a16="http://schemas.microsoft.com/office/drawing/2014/main" id="{962EF95F-DFF9-42AD-846E-88B8E1EACBB8}"/>
              </a:ext>
            </a:extLst>
          </p:cNvPr>
          <p:cNvSpPr>
            <a:spLocks noGrp="1"/>
          </p:cNvSpPr>
          <p:nvPr>
            <p:ph type="body" sz="quarter" idx="32" hasCustomPrompt="1"/>
          </p:nvPr>
        </p:nvSpPr>
        <p:spPr>
          <a:xfrm>
            <a:off x="2174400" y="2803118"/>
            <a:ext cx="1745931" cy="245786"/>
          </a:xfrm>
        </p:spPr>
        <p:txBody>
          <a:bodyPr wrap="none"/>
          <a:lstStyle>
            <a:lvl1pPr marL="0" indent="0" defTabSz="538163">
              <a:buNone/>
              <a:defRPr sz="1200" b="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lgn="l" defTabSz="571454" rtl="0" eaLnBrk="1" latinLnBrk="0" hangingPunct="1">
              <a:lnSpc>
                <a:spcPct val="120000"/>
              </a:lnSpc>
              <a:spcBef>
                <a:spcPts val="625"/>
              </a:spcBef>
              <a:spcAft>
                <a:spcPts val="0"/>
              </a:spcAft>
              <a:buClr>
                <a:schemeClr val="accent1"/>
              </a:buClr>
              <a:buFont typeface="Arial" panose="020B0604020202020204" pitchFamily="34" charset="0"/>
              <a:buNone/>
              <a:tabLst>
                <a:tab pos="541338" algn="l"/>
              </a:tabLst>
            </a:pPr>
            <a:r>
              <a:rPr lang="de-DE" dirty="0" err="1">
                <a:solidFill>
                  <a:schemeClr val="tx1"/>
                </a:solidFill>
              </a:rPr>
              <a:t>phone</a:t>
            </a:r>
            <a:r>
              <a:rPr lang="de-DE" dirty="0">
                <a:solidFill>
                  <a:schemeClr val="tx1"/>
                </a:solidFill>
              </a:rPr>
              <a:t>	+49 (0) 711 685-</a:t>
            </a:r>
          </a:p>
        </p:txBody>
      </p:sp>
      <p:sp>
        <p:nvSpPr>
          <p:cNvPr id="30" name="Durchwahl">
            <a:extLst>
              <a:ext uri="{FF2B5EF4-FFF2-40B4-BE49-F238E27FC236}">
                <a16:creationId xmlns:a16="http://schemas.microsoft.com/office/drawing/2014/main" id="{51DB8C5B-BB3C-4960-B1FA-19ECA6C9B7D6}"/>
              </a:ext>
            </a:extLst>
          </p:cNvPr>
          <p:cNvSpPr>
            <a:spLocks noGrp="1"/>
          </p:cNvSpPr>
          <p:nvPr>
            <p:ph type="body" sz="quarter" idx="23" hasCustomPrompt="1"/>
          </p:nvPr>
        </p:nvSpPr>
        <p:spPr>
          <a:xfrm>
            <a:off x="3861486" y="2803119"/>
            <a:ext cx="649267" cy="245786"/>
          </a:xfrm>
        </p:spPr>
        <p:txBody>
          <a:bodyPr/>
          <a:lstStyle>
            <a:lvl1pPr marL="0" indent="0">
              <a:buNone/>
              <a:defRPr sz="1200" b="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a:t>
            </a:r>
          </a:p>
        </p:txBody>
      </p:sp>
      <p:sp>
        <p:nvSpPr>
          <p:cNvPr id="31" name="www">
            <a:extLst>
              <a:ext uri="{FF2B5EF4-FFF2-40B4-BE49-F238E27FC236}">
                <a16:creationId xmlns:a16="http://schemas.microsoft.com/office/drawing/2014/main" id="{49C9DA9F-B659-4D05-AF78-F90AE17CE3AA}"/>
              </a:ext>
            </a:extLst>
          </p:cNvPr>
          <p:cNvSpPr>
            <a:spLocks noGrp="1"/>
          </p:cNvSpPr>
          <p:nvPr>
            <p:ph type="body" sz="quarter" idx="33" hasCustomPrompt="1"/>
          </p:nvPr>
        </p:nvSpPr>
        <p:spPr>
          <a:xfrm>
            <a:off x="2174401" y="3063790"/>
            <a:ext cx="364806" cy="238329"/>
          </a:xfrm>
        </p:spPr>
        <p:txBody>
          <a:bodyPr/>
          <a:lstStyle>
            <a:lvl1pPr marL="0" indent="0">
              <a:buNone/>
              <a:defRPr sz="1200" b="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www.</a:t>
            </a:r>
          </a:p>
        </p:txBody>
      </p:sp>
      <p:sp>
        <p:nvSpPr>
          <p:cNvPr id="32" name="Webadresse">
            <a:extLst>
              <a:ext uri="{FF2B5EF4-FFF2-40B4-BE49-F238E27FC236}">
                <a16:creationId xmlns:a16="http://schemas.microsoft.com/office/drawing/2014/main" id="{0C4D8FC5-457E-4A8D-8556-21F9679D91EE}"/>
              </a:ext>
            </a:extLst>
          </p:cNvPr>
          <p:cNvSpPr>
            <a:spLocks noGrp="1"/>
          </p:cNvSpPr>
          <p:nvPr>
            <p:ph type="body" sz="quarter" idx="24" hasCustomPrompt="1"/>
          </p:nvPr>
        </p:nvSpPr>
        <p:spPr>
          <a:xfrm>
            <a:off x="2539208" y="3063790"/>
            <a:ext cx="1838323" cy="238329"/>
          </a:xfrm>
        </p:spPr>
        <p:txBody>
          <a:bodyPr/>
          <a:lstStyle>
            <a:lvl1pPr marL="0" indent="0">
              <a:buNone/>
              <a:defRPr sz="1200" b="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err="1"/>
              <a:t>enter</a:t>
            </a:r>
            <a:r>
              <a:rPr lang="de-DE" dirty="0"/>
              <a:t> </a:t>
            </a:r>
            <a:r>
              <a:rPr lang="de-DE" dirty="0" err="1"/>
              <a:t>address</a:t>
            </a:r>
            <a:endParaRPr lang="de-DE" dirty="0"/>
          </a:p>
        </p:txBody>
      </p:sp>
      <p:sp>
        <p:nvSpPr>
          <p:cNvPr id="33" name="Universität Stuttgart">
            <a:extLst>
              <a:ext uri="{FF2B5EF4-FFF2-40B4-BE49-F238E27FC236}">
                <a16:creationId xmlns:a16="http://schemas.microsoft.com/office/drawing/2014/main" id="{83E91CC7-0E6F-4BB9-B42C-DCE91142E97E}"/>
              </a:ext>
            </a:extLst>
          </p:cNvPr>
          <p:cNvSpPr>
            <a:spLocks noGrp="1"/>
          </p:cNvSpPr>
          <p:nvPr>
            <p:ph type="body" sz="quarter" idx="34" hasCustomPrompt="1"/>
          </p:nvPr>
        </p:nvSpPr>
        <p:spPr>
          <a:xfrm>
            <a:off x="2174400" y="3508234"/>
            <a:ext cx="2500012" cy="218691"/>
          </a:xfrm>
        </p:spPr>
        <p:txBody>
          <a:bodyPr/>
          <a:lstStyle>
            <a:lvl1pPr marL="0" indent="0">
              <a:buNone/>
              <a:defRPr sz="1200" b="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lgn="l" defTabSz="571454" rtl="0" eaLnBrk="1" latinLnBrk="0" hangingPunct="1">
              <a:lnSpc>
                <a:spcPct val="120000"/>
              </a:lnSpc>
              <a:spcBef>
                <a:spcPts val="625"/>
              </a:spcBef>
              <a:spcAft>
                <a:spcPts val="0"/>
              </a:spcAft>
              <a:buClr>
                <a:schemeClr val="accent1"/>
              </a:buClr>
              <a:buFont typeface="Arial" panose="020B0604020202020204" pitchFamily="34" charset="0"/>
              <a:buNone/>
              <a:tabLst>
                <a:tab pos="541338" algn="l"/>
              </a:tabLst>
            </a:pPr>
            <a:r>
              <a:rPr lang="de-DE" dirty="0"/>
              <a:t>University </a:t>
            </a:r>
            <a:r>
              <a:rPr lang="de-DE" dirty="0" err="1"/>
              <a:t>of</a:t>
            </a:r>
            <a:r>
              <a:rPr lang="de-DE" dirty="0"/>
              <a:t> Stuttgart</a:t>
            </a:r>
          </a:p>
        </p:txBody>
      </p:sp>
      <p:sp>
        <p:nvSpPr>
          <p:cNvPr id="34" name="Abteilung Institut">
            <a:extLst>
              <a:ext uri="{FF2B5EF4-FFF2-40B4-BE49-F238E27FC236}">
                <a16:creationId xmlns:a16="http://schemas.microsoft.com/office/drawing/2014/main" id="{1D7FCBA3-310D-4C4F-B627-581B3FB01F62}"/>
              </a:ext>
            </a:extLst>
          </p:cNvPr>
          <p:cNvSpPr>
            <a:spLocks noGrp="1"/>
          </p:cNvSpPr>
          <p:nvPr>
            <p:ph type="body" sz="quarter" idx="25" hasCustomPrompt="1"/>
          </p:nvPr>
        </p:nvSpPr>
        <p:spPr>
          <a:xfrm>
            <a:off x="2174400" y="3747179"/>
            <a:ext cx="3290054" cy="216000"/>
          </a:xfrm>
        </p:spPr>
        <p:txBody>
          <a:bodyPr/>
          <a:lstStyle>
            <a:lvl1pPr marL="0" indent="0">
              <a:buNone/>
              <a:defRPr sz="1200" b="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Department </a:t>
            </a:r>
            <a:r>
              <a:rPr lang="de-DE" dirty="0" err="1"/>
              <a:t>or</a:t>
            </a:r>
            <a:r>
              <a:rPr lang="de-DE" dirty="0"/>
              <a:t> </a:t>
            </a:r>
            <a:r>
              <a:rPr lang="de-DE" dirty="0" err="1"/>
              <a:t>institute</a:t>
            </a:r>
            <a:r>
              <a:rPr lang="de-DE" dirty="0"/>
              <a:t> </a:t>
            </a:r>
            <a:r>
              <a:rPr lang="de-DE" dirty="0" err="1"/>
              <a:t>name</a:t>
            </a:r>
            <a:endParaRPr lang="de-DE" dirty="0"/>
          </a:p>
        </p:txBody>
      </p:sp>
      <p:sp>
        <p:nvSpPr>
          <p:cNvPr id="35" name="Adressfeld">
            <a:extLst>
              <a:ext uri="{FF2B5EF4-FFF2-40B4-BE49-F238E27FC236}">
                <a16:creationId xmlns:a16="http://schemas.microsoft.com/office/drawing/2014/main" id="{3734D7D9-80A3-43EF-A48F-5C4CFE547D22}"/>
              </a:ext>
            </a:extLst>
          </p:cNvPr>
          <p:cNvSpPr>
            <a:spLocks noGrp="1"/>
          </p:cNvSpPr>
          <p:nvPr>
            <p:ph type="body" sz="quarter" idx="21" hasCustomPrompt="1"/>
          </p:nvPr>
        </p:nvSpPr>
        <p:spPr>
          <a:xfrm>
            <a:off x="2174400" y="3983433"/>
            <a:ext cx="3290054" cy="216000"/>
          </a:xfrm>
        </p:spPr>
        <p:txBody>
          <a:bodyPr/>
          <a:lstStyle>
            <a:lvl1pPr marL="0" indent="0">
              <a:buNone/>
              <a:defRPr sz="1200" b="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err="1"/>
              <a:t>Address</a:t>
            </a:r>
            <a:endParaRPr lang="de-DE" dirty="0"/>
          </a:p>
        </p:txBody>
      </p:sp>
    </p:spTree>
    <p:extLst>
      <p:ext uri="{BB962C8B-B14F-4D97-AF65-F5344CB8AC3E}">
        <p14:creationId xmlns:p14="http://schemas.microsoft.com/office/powerpoint/2010/main" val="291121627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Institute_Schlussfolie blau">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9" name="Grafik 18">
            <a:extLst>
              <a:ext uri="{FF2B5EF4-FFF2-40B4-BE49-F238E27FC236}">
                <a16:creationId xmlns:a16="http://schemas.microsoft.com/office/drawing/2014/main" id="{E346FCD1-C77C-481D-AFE7-B381E7852474}"/>
              </a:ext>
              <a:ext uri="{C183D7F6-B498-43B3-948B-1728B52AA6E4}">
                <adec:decorative xmlns:adec="http://schemas.microsoft.com/office/drawing/2017/decorative" val="1"/>
              </a:ext>
            </a:extLst>
          </p:cNvPr>
          <p:cNvPicPr>
            <a:picLocks noChangeAspect="1"/>
          </p:cNvPicPr>
          <p:nvPr userDrawn="1"/>
        </p:nvPicPr>
        <p:blipFill>
          <a:blip r:embed="rId3">
            <a:biLevel thresh="25000"/>
            <a:extLst>
              <a:ext uri="{28A0092B-C50C-407E-A947-70E740481C1C}">
                <a14:useLocalDpi xmlns:a14="http://schemas.microsoft.com/office/drawing/2010/main" val="0"/>
              </a:ext>
            </a:extLst>
          </a:blip>
          <a:stretch>
            <a:fillRect/>
          </a:stretch>
        </p:blipFill>
        <p:spPr>
          <a:xfrm>
            <a:off x="406800" y="344529"/>
            <a:ext cx="2136071" cy="431998"/>
          </a:xfrm>
          <a:prstGeom prst="rect">
            <a:avLst/>
          </a:prstGeom>
        </p:spPr>
      </p:pic>
      <p:sp>
        <p:nvSpPr>
          <p:cNvPr id="28" name="Textplatzhalter 9">
            <a:extLst>
              <a:ext uri="{FF2B5EF4-FFF2-40B4-BE49-F238E27FC236}">
                <a16:creationId xmlns:a16="http://schemas.microsoft.com/office/drawing/2014/main" id="{F9396F62-FEBC-4F38-A2F8-B90611FD8C22}"/>
              </a:ext>
            </a:extLst>
          </p:cNvPr>
          <p:cNvSpPr>
            <a:spLocks noGrp="1"/>
          </p:cNvSpPr>
          <p:nvPr>
            <p:ph type="body" sz="quarter" idx="13" hasCustomPrompt="1"/>
          </p:nvPr>
        </p:nvSpPr>
        <p:spPr>
          <a:xfrm>
            <a:off x="954000" y="649575"/>
            <a:ext cx="3561913" cy="483423"/>
          </a:xfrm>
        </p:spPr>
        <p:txBody>
          <a:bodyPr/>
          <a:lstStyle>
            <a:lvl1pPr marL="0" indent="0">
              <a:lnSpc>
                <a:spcPct val="100000"/>
              </a:lnSpc>
              <a:buFontTx/>
              <a:buNone/>
              <a:defRPr sz="1200">
                <a:solidFill>
                  <a:schemeClr val="bg1"/>
                </a:solidFill>
              </a:defRPr>
            </a:lvl1pPr>
          </a:lstStyle>
          <a:p>
            <a:pPr lvl="0"/>
            <a:r>
              <a:rPr lang="de-DE" dirty="0"/>
              <a:t>Institutsname max. 2-zeilig, bitte hier klicken und überschreiben</a:t>
            </a:r>
          </a:p>
        </p:txBody>
      </p:sp>
      <p:sp>
        <p:nvSpPr>
          <p:cNvPr id="16" name="Textfeld 15"/>
          <p:cNvSpPr txBox="1"/>
          <p:nvPr userDrawn="1"/>
        </p:nvSpPr>
        <p:spPr>
          <a:xfrm>
            <a:off x="396000" y="1360800"/>
            <a:ext cx="2160000" cy="291600"/>
          </a:xfrm>
          <a:prstGeom prst="rect">
            <a:avLst/>
          </a:prstGeom>
        </p:spPr>
        <p:txBody>
          <a:bodyPr vert="horz" lIns="0" tIns="0" rIns="0" bIns="0" rtlCol="0">
            <a:noAutofit/>
          </a:bodyPr>
          <a:lstStyle>
            <a:lvl1pPr lvl="0" indent="0" defTabSz="685800">
              <a:lnSpc>
                <a:spcPct val="120000"/>
              </a:lnSpc>
              <a:spcBef>
                <a:spcPts val="750"/>
              </a:spcBef>
              <a:buClr>
                <a:schemeClr val="accent2"/>
              </a:buClr>
              <a:buFont typeface="Arial" panose="020B0604020202020204" pitchFamily="34" charset="0"/>
              <a:buNone/>
              <a:defRPr sz="1200" b="0">
                <a:solidFill>
                  <a:schemeClr val="tx1">
                    <a:lumMod val="75000"/>
                    <a:lumOff val="25000"/>
                  </a:schemeClr>
                </a:solidFill>
              </a:defRPr>
            </a:lvl1pPr>
            <a:lvl2pPr marL="449263" indent="-273050" defTabSz="685800">
              <a:lnSpc>
                <a:spcPct val="120000"/>
              </a:lnSpc>
              <a:spcBef>
                <a:spcPts val="375"/>
              </a:spcBef>
              <a:buFont typeface="Arial" panose="020B0604020202020204" pitchFamily="34" charset="0"/>
              <a:buChar char="–"/>
              <a:defRPr sz="1800">
                <a:solidFill>
                  <a:schemeClr val="bg1"/>
                </a:solidFill>
              </a:defRPr>
            </a:lvl2pPr>
            <a:lvl3pPr marL="715963" indent="-266700" defTabSz="685800">
              <a:lnSpc>
                <a:spcPct val="120000"/>
              </a:lnSpc>
              <a:spcBef>
                <a:spcPts val="375"/>
              </a:spcBef>
              <a:buFont typeface="Arial" panose="020B0604020202020204" pitchFamily="34" charset="0"/>
              <a:buChar char="–"/>
              <a:defRPr sz="1800">
                <a:solidFill>
                  <a:schemeClr val="bg1"/>
                </a:solidFill>
              </a:defRPr>
            </a:lvl3pPr>
            <a:lvl4pPr marL="987425" indent="-271463" defTabSz="685800">
              <a:lnSpc>
                <a:spcPct val="120000"/>
              </a:lnSpc>
              <a:spcBef>
                <a:spcPts val="375"/>
              </a:spcBef>
              <a:buFont typeface="Arial" panose="020B0604020202020204" pitchFamily="34" charset="0"/>
              <a:buChar char="–"/>
              <a:defRPr sz="1800">
                <a:solidFill>
                  <a:schemeClr val="bg1"/>
                </a:solidFill>
              </a:defRPr>
            </a:lvl4pPr>
            <a:lvl5pPr marL="1254125" indent="-266700" defTabSz="685800">
              <a:lnSpc>
                <a:spcPct val="120000"/>
              </a:lnSpc>
              <a:spcBef>
                <a:spcPts val="375"/>
              </a:spcBef>
              <a:buFont typeface="Arial" panose="020B0604020202020204" pitchFamily="34" charset="0"/>
              <a:buChar char="–"/>
              <a:defRPr sz="1800">
                <a:solidFill>
                  <a:schemeClr val="bg1"/>
                </a:solidFill>
              </a:defRPr>
            </a:lvl5pPr>
            <a:lvl6pPr marL="1885950" indent="-171450" defTabSz="685800">
              <a:lnSpc>
                <a:spcPct val="90000"/>
              </a:lnSpc>
              <a:spcBef>
                <a:spcPts val="375"/>
              </a:spcBef>
              <a:buFont typeface="Arial" panose="020B0604020202020204" pitchFamily="34" charset="0"/>
              <a:buChar char="•"/>
              <a:defRPr sz="1350"/>
            </a:lvl6pPr>
            <a:lvl7pPr marL="2228850" indent="-171450" defTabSz="685800">
              <a:lnSpc>
                <a:spcPct val="90000"/>
              </a:lnSpc>
              <a:spcBef>
                <a:spcPts val="375"/>
              </a:spcBef>
              <a:buFont typeface="Arial" panose="020B0604020202020204" pitchFamily="34" charset="0"/>
              <a:buChar char="•"/>
              <a:defRPr sz="1350"/>
            </a:lvl7pPr>
            <a:lvl8pPr marL="2571750" indent="-171450" defTabSz="685800">
              <a:lnSpc>
                <a:spcPct val="90000"/>
              </a:lnSpc>
              <a:spcBef>
                <a:spcPts val="375"/>
              </a:spcBef>
              <a:buFont typeface="Arial" panose="020B0604020202020204" pitchFamily="34" charset="0"/>
              <a:buChar char="•"/>
              <a:defRPr sz="1350"/>
            </a:lvl8pPr>
            <a:lvl9pPr marL="2914650" indent="-171450" defTabSz="685800">
              <a:lnSpc>
                <a:spcPct val="90000"/>
              </a:lnSpc>
              <a:spcBef>
                <a:spcPts val="375"/>
              </a:spcBef>
              <a:buFont typeface="Arial" panose="020B0604020202020204" pitchFamily="34" charset="0"/>
              <a:buChar char="•"/>
              <a:defRPr sz="1350"/>
            </a:lvl9pPr>
          </a:lstStyle>
          <a:p>
            <a:pPr lvl="0">
              <a:spcBef>
                <a:spcPts val="200"/>
              </a:spcBef>
              <a:spcAft>
                <a:spcPts val="0"/>
              </a:spcAft>
              <a:tabLst>
                <a:tab pos="541332" algn="l"/>
              </a:tabLst>
            </a:pPr>
            <a:r>
              <a:rPr lang="de-DE" sz="2000" b="1" dirty="0" err="1">
                <a:solidFill>
                  <a:schemeClr val="bg1"/>
                </a:solidFill>
              </a:rPr>
              <a:t>Thank</a:t>
            </a:r>
            <a:r>
              <a:rPr lang="de-DE" sz="2000" b="1" dirty="0">
                <a:solidFill>
                  <a:schemeClr val="bg1"/>
                </a:solidFill>
              </a:rPr>
              <a:t> </a:t>
            </a:r>
            <a:r>
              <a:rPr lang="de-DE" sz="2000" b="1" dirty="0" err="1">
                <a:solidFill>
                  <a:schemeClr val="bg1"/>
                </a:solidFill>
              </a:rPr>
              <a:t>you</a:t>
            </a:r>
            <a:r>
              <a:rPr lang="de-DE" sz="2000" b="1" dirty="0">
                <a:solidFill>
                  <a:schemeClr val="bg1"/>
                </a:solidFill>
              </a:rPr>
              <a:t>!</a:t>
            </a:r>
          </a:p>
        </p:txBody>
      </p:sp>
      <p:sp>
        <p:nvSpPr>
          <p:cNvPr id="27" name="Bildplatzhalter 7">
            <a:extLst>
              <a:ext uri="{FF2B5EF4-FFF2-40B4-BE49-F238E27FC236}">
                <a16:creationId xmlns:a16="http://schemas.microsoft.com/office/drawing/2014/main" id="{E8FAD59D-97FD-4838-AA91-B266FA5DD370}"/>
              </a:ext>
            </a:extLst>
          </p:cNvPr>
          <p:cNvSpPr>
            <a:spLocks noGrp="1"/>
          </p:cNvSpPr>
          <p:nvPr>
            <p:ph type="pic" sz="quarter" idx="14"/>
          </p:nvPr>
        </p:nvSpPr>
        <p:spPr>
          <a:xfrm>
            <a:off x="410400" y="1911600"/>
            <a:ext cx="1440000" cy="1440000"/>
          </a:xfrm>
          <a:prstGeom prst="ellipse">
            <a:avLst/>
          </a:prstGeom>
          <a:solidFill>
            <a:schemeClr val="bg1"/>
          </a:solidFill>
        </p:spPr>
        <p:txBody>
          <a:bodyPr tIns="0"/>
          <a:lstStyle>
            <a:lvl1pPr marL="0" indent="0" algn="ctr">
              <a:buNone/>
              <a:defRPr sz="1200"/>
            </a:lvl1pPr>
          </a:lstStyle>
          <a:p>
            <a:r>
              <a:rPr lang="de-DE" dirty="0"/>
              <a:t>Bild durch Klicken auf Symbol hinzufügen</a:t>
            </a:r>
            <a:endParaRPr lang="en-US" dirty="0"/>
          </a:p>
        </p:txBody>
      </p:sp>
      <p:sp>
        <p:nvSpPr>
          <p:cNvPr id="20" name="Textplatzhalter 10"/>
          <p:cNvSpPr>
            <a:spLocks noGrp="1"/>
          </p:cNvSpPr>
          <p:nvPr>
            <p:ph type="body" sz="quarter" idx="15" hasCustomPrompt="1"/>
          </p:nvPr>
        </p:nvSpPr>
        <p:spPr>
          <a:xfrm>
            <a:off x="2174400" y="2093040"/>
            <a:ext cx="3290054" cy="194400"/>
          </a:xfrm>
        </p:spPr>
        <p:txBody>
          <a:bodyPr/>
          <a:lstStyle>
            <a:lvl1pPr marL="0" indent="0">
              <a:buNone/>
              <a:defRPr sz="1200" b="1">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Name</a:t>
            </a:r>
          </a:p>
        </p:txBody>
      </p:sp>
      <p:sp>
        <p:nvSpPr>
          <p:cNvPr id="21" name="E-Mail">
            <a:extLst>
              <a:ext uri="{FF2B5EF4-FFF2-40B4-BE49-F238E27FC236}">
                <a16:creationId xmlns:a16="http://schemas.microsoft.com/office/drawing/2014/main" id="{DCA0F4E3-1440-45FD-9AD3-AC60C7275A79}"/>
              </a:ext>
            </a:extLst>
          </p:cNvPr>
          <p:cNvSpPr>
            <a:spLocks noGrp="1"/>
          </p:cNvSpPr>
          <p:nvPr>
            <p:ph type="body" sz="quarter" idx="31" hasCustomPrompt="1"/>
          </p:nvPr>
        </p:nvSpPr>
        <p:spPr>
          <a:xfrm>
            <a:off x="2174400" y="2571750"/>
            <a:ext cx="542646" cy="216482"/>
          </a:xfrm>
        </p:spPr>
        <p:txBody>
          <a:bodyPr/>
          <a:lstStyle>
            <a:lvl1pPr>
              <a:buFontTx/>
              <a:buNone/>
              <a:defRPr lang="de-DE" sz="1200" b="0" kern="1200" dirty="0" smtClean="0">
                <a:solidFill>
                  <a:schemeClr val="bg1"/>
                </a:solidFill>
                <a:latin typeface="+mn-lt"/>
                <a:ea typeface="+mn-ea"/>
                <a:cs typeface="+mn-cs"/>
              </a:defRPr>
            </a:lvl1pPr>
            <a:lvl2pPr>
              <a:defRPr lang="de-DE" sz="1200" b="0" kern="1200" dirty="0" smtClean="0">
                <a:solidFill>
                  <a:schemeClr val="tx1"/>
                </a:solidFill>
                <a:latin typeface="+mn-lt"/>
                <a:ea typeface="+mn-ea"/>
                <a:cs typeface="+mn-cs"/>
              </a:defRPr>
            </a:lvl2pPr>
            <a:lvl3pPr>
              <a:defRPr lang="de-DE" sz="1200" b="0" kern="1200" dirty="0" smtClean="0">
                <a:solidFill>
                  <a:schemeClr val="tx1"/>
                </a:solidFill>
                <a:latin typeface="+mn-lt"/>
                <a:ea typeface="+mn-ea"/>
                <a:cs typeface="+mn-cs"/>
              </a:defRPr>
            </a:lvl3pPr>
            <a:lvl4pPr>
              <a:defRPr lang="de-DE" sz="1200" b="0" kern="1200" dirty="0" smtClean="0">
                <a:solidFill>
                  <a:schemeClr val="tx1"/>
                </a:solidFill>
                <a:latin typeface="+mn-lt"/>
                <a:ea typeface="+mn-ea"/>
                <a:cs typeface="+mn-cs"/>
              </a:defRPr>
            </a:lvl4pPr>
            <a:lvl5pPr>
              <a:defRPr lang="de-DE" sz="1200" b="0" kern="1200" dirty="0">
                <a:solidFill>
                  <a:schemeClr val="tx1"/>
                </a:solidFill>
                <a:latin typeface="+mn-lt"/>
                <a:ea typeface="+mn-ea"/>
                <a:cs typeface="+mn-cs"/>
              </a:defRPr>
            </a:lvl5pPr>
          </a:lstStyle>
          <a:p>
            <a:pPr marL="0" lvl="0" indent="0" algn="l" defTabSz="571454" rtl="0" eaLnBrk="1" latinLnBrk="0" hangingPunct="1">
              <a:lnSpc>
                <a:spcPct val="120000"/>
              </a:lnSpc>
              <a:spcBef>
                <a:spcPts val="625"/>
              </a:spcBef>
              <a:buClr>
                <a:schemeClr val="accent1"/>
              </a:buClr>
              <a:buFont typeface="Arial" panose="020B0604020202020204" pitchFamily="34" charset="0"/>
              <a:buNone/>
            </a:pPr>
            <a:r>
              <a:rPr lang="de-DE" dirty="0" err="1"/>
              <a:t>e-mail</a:t>
            </a:r>
            <a:endParaRPr lang="de-DE" dirty="0"/>
          </a:p>
        </p:txBody>
      </p:sp>
      <p:sp>
        <p:nvSpPr>
          <p:cNvPr id="30" name="Email Adresse">
            <a:extLst>
              <a:ext uri="{FF2B5EF4-FFF2-40B4-BE49-F238E27FC236}">
                <a16:creationId xmlns:a16="http://schemas.microsoft.com/office/drawing/2014/main" id="{18AFB8D7-22AC-4F06-9D32-AF7F36CC699E}"/>
              </a:ext>
            </a:extLst>
          </p:cNvPr>
          <p:cNvSpPr>
            <a:spLocks noGrp="1"/>
          </p:cNvSpPr>
          <p:nvPr>
            <p:ph type="body" sz="quarter" idx="26" hasCustomPrompt="1"/>
          </p:nvPr>
        </p:nvSpPr>
        <p:spPr>
          <a:xfrm>
            <a:off x="2717046" y="2571750"/>
            <a:ext cx="2747409" cy="216000"/>
          </a:xfrm>
        </p:spPr>
        <p:txBody>
          <a:bodyPr/>
          <a:lstStyle>
            <a:lvl1pPr marL="0" indent="0">
              <a:buNone/>
              <a:defRPr sz="1200" b="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err="1"/>
              <a:t>enter</a:t>
            </a:r>
            <a:r>
              <a:rPr lang="de-DE" dirty="0"/>
              <a:t> </a:t>
            </a:r>
            <a:r>
              <a:rPr lang="de-DE" dirty="0" err="1"/>
              <a:t>address</a:t>
            </a:r>
            <a:endParaRPr lang="de-DE" dirty="0"/>
          </a:p>
        </p:txBody>
      </p:sp>
      <p:sp>
        <p:nvSpPr>
          <p:cNvPr id="37" name="Durchwahl">
            <a:extLst>
              <a:ext uri="{FF2B5EF4-FFF2-40B4-BE49-F238E27FC236}">
                <a16:creationId xmlns:a16="http://schemas.microsoft.com/office/drawing/2014/main" id="{185017B9-74A5-4F34-B4F0-E3B0154A9FDA}"/>
              </a:ext>
            </a:extLst>
          </p:cNvPr>
          <p:cNvSpPr>
            <a:spLocks noGrp="1"/>
          </p:cNvSpPr>
          <p:nvPr>
            <p:ph type="body" sz="quarter" idx="35" hasCustomPrompt="1"/>
          </p:nvPr>
        </p:nvSpPr>
        <p:spPr>
          <a:xfrm>
            <a:off x="2174400" y="2803119"/>
            <a:ext cx="1745931" cy="245786"/>
          </a:xfrm>
        </p:spPr>
        <p:txBody>
          <a:bodyPr/>
          <a:lstStyle>
            <a:lvl1pPr marL="0" indent="0" defTabSz="538163">
              <a:buNone/>
              <a:defRPr sz="1200" b="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Phone	+49 (0) 711 685-</a:t>
            </a:r>
          </a:p>
        </p:txBody>
      </p:sp>
      <p:sp>
        <p:nvSpPr>
          <p:cNvPr id="31" name="Durchwahl">
            <a:extLst>
              <a:ext uri="{FF2B5EF4-FFF2-40B4-BE49-F238E27FC236}">
                <a16:creationId xmlns:a16="http://schemas.microsoft.com/office/drawing/2014/main" id="{01FBFF05-552E-459B-91AE-83CAFE128CD4}"/>
              </a:ext>
            </a:extLst>
          </p:cNvPr>
          <p:cNvSpPr>
            <a:spLocks noGrp="1"/>
          </p:cNvSpPr>
          <p:nvPr>
            <p:ph type="body" sz="quarter" idx="23" hasCustomPrompt="1"/>
          </p:nvPr>
        </p:nvSpPr>
        <p:spPr>
          <a:xfrm>
            <a:off x="3861486" y="2803119"/>
            <a:ext cx="649267" cy="245786"/>
          </a:xfrm>
        </p:spPr>
        <p:txBody>
          <a:bodyPr/>
          <a:lstStyle>
            <a:lvl1pPr marL="0" indent="0">
              <a:buNone/>
              <a:defRPr sz="1200" b="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a:t>
            </a:r>
          </a:p>
        </p:txBody>
      </p:sp>
      <p:sp>
        <p:nvSpPr>
          <p:cNvPr id="32" name="www">
            <a:extLst>
              <a:ext uri="{FF2B5EF4-FFF2-40B4-BE49-F238E27FC236}">
                <a16:creationId xmlns:a16="http://schemas.microsoft.com/office/drawing/2014/main" id="{67CA897D-892F-4CE9-B942-3B8DA0BA2496}"/>
              </a:ext>
            </a:extLst>
          </p:cNvPr>
          <p:cNvSpPr>
            <a:spLocks noGrp="1"/>
          </p:cNvSpPr>
          <p:nvPr>
            <p:ph type="body" sz="quarter" idx="33" hasCustomPrompt="1"/>
          </p:nvPr>
        </p:nvSpPr>
        <p:spPr>
          <a:xfrm>
            <a:off x="2174401" y="3063790"/>
            <a:ext cx="364806" cy="238329"/>
          </a:xfrm>
        </p:spPr>
        <p:txBody>
          <a:bodyPr/>
          <a:lstStyle>
            <a:lvl1pPr marL="0" indent="0">
              <a:buNone/>
              <a:defRPr sz="1200" b="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www.</a:t>
            </a:r>
          </a:p>
        </p:txBody>
      </p:sp>
      <p:sp>
        <p:nvSpPr>
          <p:cNvPr id="33" name="Webadresse">
            <a:extLst>
              <a:ext uri="{FF2B5EF4-FFF2-40B4-BE49-F238E27FC236}">
                <a16:creationId xmlns:a16="http://schemas.microsoft.com/office/drawing/2014/main" id="{2BEFE346-3B3E-4B37-B098-AEC82CBD8CB3}"/>
              </a:ext>
            </a:extLst>
          </p:cNvPr>
          <p:cNvSpPr>
            <a:spLocks noGrp="1"/>
          </p:cNvSpPr>
          <p:nvPr>
            <p:ph type="body" sz="quarter" idx="24" hasCustomPrompt="1"/>
          </p:nvPr>
        </p:nvSpPr>
        <p:spPr>
          <a:xfrm>
            <a:off x="2539208" y="3063790"/>
            <a:ext cx="1838323" cy="238329"/>
          </a:xfrm>
        </p:spPr>
        <p:txBody>
          <a:bodyPr/>
          <a:lstStyle>
            <a:lvl1pPr marL="0" indent="0">
              <a:buNone/>
              <a:defRPr sz="1200" b="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err="1"/>
              <a:t>enter</a:t>
            </a:r>
            <a:r>
              <a:rPr lang="de-DE" dirty="0"/>
              <a:t> </a:t>
            </a:r>
            <a:r>
              <a:rPr lang="de-DE" dirty="0" err="1"/>
              <a:t>address</a:t>
            </a:r>
            <a:endParaRPr lang="de-DE" dirty="0"/>
          </a:p>
        </p:txBody>
      </p:sp>
      <p:sp>
        <p:nvSpPr>
          <p:cNvPr id="34" name="Universität Stuttgart">
            <a:extLst>
              <a:ext uri="{FF2B5EF4-FFF2-40B4-BE49-F238E27FC236}">
                <a16:creationId xmlns:a16="http://schemas.microsoft.com/office/drawing/2014/main" id="{1170A3D9-2665-43AC-B8CF-228214AB4591}"/>
              </a:ext>
            </a:extLst>
          </p:cNvPr>
          <p:cNvSpPr>
            <a:spLocks noGrp="1"/>
          </p:cNvSpPr>
          <p:nvPr>
            <p:ph type="body" sz="quarter" idx="34" hasCustomPrompt="1"/>
          </p:nvPr>
        </p:nvSpPr>
        <p:spPr>
          <a:xfrm>
            <a:off x="2174400" y="3508234"/>
            <a:ext cx="2500012" cy="218691"/>
          </a:xfrm>
        </p:spPr>
        <p:txBody>
          <a:bodyPr/>
          <a:lstStyle>
            <a:lvl1pPr marL="0" indent="0">
              <a:buNone/>
              <a:defRPr sz="1200" b="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lgn="l" defTabSz="571454" rtl="0" eaLnBrk="1" latinLnBrk="0" hangingPunct="1">
              <a:lnSpc>
                <a:spcPct val="120000"/>
              </a:lnSpc>
              <a:spcBef>
                <a:spcPts val="625"/>
              </a:spcBef>
              <a:spcAft>
                <a:spcPts val="0"/>
              </a:spcAft>
              <a:buClr>
                <a:schemeClr val="accent1"/>
              </a:buClr>
              <a:buFont typeface="Arial" panose="020B0604020202020204" pitchFamily="34" charset="0"/>
              <a:buNone/>
              <a:tabLst>
                <a:tab pos="541338" algn="l"/>
              </a:tabLst>
            </a:pPr>
            <a:r>
              <a:rPr lang="de-DE" dirty="0"/>
              <a:t>University </a:t>
            </a:r>
            <a:r>
              <a:rPr lang="de-DE" dirty="0" err="1"/>
              <a:t>of</a:t>
            </a:r>
            <a:r>
              <a:rPr lang="de-DE" dirty="0"/>
              <a:t> Stuttgart</a:t>
            </a:r>
          </a:p>
        </p:txBody>
      </p:sp>
      <p:sp>
        <p:nvSpPr>
          <p:cNvPr id="35" name="Abteilung Institut">
            <a:extLst>
              <a:ext uri="{FF2B5EF4-FFF2-40B4-BE49-F238E27FC236}">
                <a16:creationId xmlns:a16="http://schemas.microsoft.com/office/drawing/2014/main" id="{E7568E75-9942-41F4-B0BF-B47296C8126E}"/>
              </a:ext>
            </a:extLst>
          </p:cNvPr>
          <p:cNvSpPr>
            <a:spLocks noGrp="1"/>
          </p:cNvSpPr>
          <p:nvPr>
            <p:ph type="body" sz="quarter" idx="25" hasCustomPrompt="1"/>
          </p:nvPr>
        </p:nvSpPr>
        <p:spPr>
          <a:xfrm>
            <a:off x="2174400" y="3747179"/>
            <a:ext cx="3290054" cy="216000"/>
          </a:xfrm>
        </p:spPr>
        <p:txBody>
          <a:bodyPr/>
          <a:lstStyle>
            <a:lvl1pPr marL="0" indent="0">
              <a:buNone/>
              <a:defRPr sz="1200" b="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Department </a:t>
            </a:r>
            <a:r>
              <a:rPr lang="de-DE" dirty="0" err="1"/>
              <a:t>or</a:t>
            </a:r>
            <a:r>
              <a:rPr lang="de-DE" dirty="0"/>
              <a:t> </a:t>
            </a:r>
            <a:r>
              <a:rPr lang="de-DE" dirty="0" err="1"/>
              <a:t>institute</a:t>
            </a:r>
            <a:r>
              <a:rPr lang="de-DE" dirty="0"/>
              <a:t> </a:t>
            </a:r>
            <a:r>
              <a:rPr lang="de-DE" dirty="0" err="1"/>
              <a:t>name</a:t>
            </a:r>
            <a:endParaRPr lang="de-DE" dirty="0"/>
          </a:p>
        </p:txBody>
      </p:sp>
      <p:sp>
        <p:nvSpPr>
          <p:cNvPr id="36" name="Adressfeld">
            <a:extLst>
              <a:ext uri="{FF2B5EF4-FFF2-40B4-BE49-F238E27FC236}">
                <a16:creationId xmlns:a16="http://schemas.microsoft.com/office/drawing/2014/main" id="{4CC9AD5A-92CF-494C-BE6A-00BD7C60B579}"/>
              </a:ext>
            </a:extLst>
          </p:cNvPr>
          <p:cNvSpPr>
            <a:spLocks noGrp="1"/>
          </p:cNvSpPr>
          <p:nvPr>
            <p:ph type="body" sz="quarter" idx="21" hasCustomPrompt="1"/>
          </p:nvPr>
        </p:nvSpPr>
        <p:spPr>
          <a:xfrm>
            <a:off x="2174400" y="3983433"/>
            <a:ext cx="3290054" cy="216000"/>
          </a:xfrm>
        </p:spPr>
        <p:txBody>
          <a:bodyPr/>
          <a:lstStyle>
            <a:lvl1pPr marL="0" indent="0">
              <a:buNone/>
              <a:defRPr sz="1200" b="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err="1"/>
              <a:t>Address</a:t>
            </a:r>
            <a:endParaRPr lang="de-DE" dirty="0"/>
          </a:p>
        </p:txBody>
      </p:sp>
    </p:spTree>
    <p:extLst>
      <p:ext uri="{BB962C8B-B14F-4D97-AF65-F5344CB8AC3E}">
        <p14:creationId xmlns:p14="http://schemas.microsoft.com/office/powerpoint/2010/main" val="283637311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Titelplatzhalter 6"/>
          <p:cNvSpPr>
            <a:spLocks noGrp="1"/>
          </p:cNvSpPr>
          <p:nvPr>
            <p:ph type="title"/>
          </p:nvPr>
        </p:nvSpPr>
        <p:spPr>
          <a:xfrm>
            <a:off x="466727" y="324000"/>
            <a:ext cx="8245475" cy="252000"/>
          </a:xfrm>
          <a:prstGeom prst="rect">
            <a:avLst/>
          </a:prstGeom>
        </p:spPr>
        <p:txBody>
          <a:bodyPr vert="horz" lIns="0" tIns="0" rIns="0" bIns="0" rtlCol="0" anchor="t">
            <a:noAutofit/>
          </a:bodyPr>
          <a:lstStyle/>
          <a:p>
            <a:r>
              <a:rPr lang="de-DE" dirty="0"/>
              <a:t>Titelmasterformat durch Klicken bearbeiten</a:t>
            </a:r>
          </a:p>
        </p:txBody>
      </p:sp>
      <p:sp>
        <p:nvSpPr>
          <p:cNvPr id="3" name="Text Placeholder 2"/>
          <p:cNvSpPr>
            <a:spLocks noGrp="1"/>
          </p:cNvSpPr>
          <p:nvPr>
            <p:ph type="body" idx="1"/>
          </p:nvPr>
        </p:nvSpPr>
        <p:spPr>
          <a:xfrm>
            <a:off x="468316" y="1008000"/>
            <a:ext cx="8243887" cy="3706384"/>
          </a:xfrm>
          <a:prstGeom prst="rect">
            <a:avLst/>
          </a:prstGeom>
        </p:spPr>
        <p:txBody>
          <a:bodyPr vert="horz" lIns="0" tIns="0" rIns="0" bIns="0" rtlCol="0">
            <a:noAutofit/>
          </a:body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5" name="Footer Placeholder 4">
            <a:extLst>
              <a:ext uri="{C183D7F6-B498-43B3-948B-1728B52AA6E4}">
                <adec:decorative xmlns:adec="http://schemas.microsoft.com/office/drawing/2017/decorative" val="1"/>
              </a:ext>
            </a:extLst>
          </p:cNvPr>
          <p:cNvSpPr>
            <a:spLocks noGrp="1"/>
          </p:cNvSpPr>
          <p:nvPr>
            <p:ph type="ftr" sz="quarter" idx="3"/>
          </p:nvPr>
        </p:nvSpPr>
        <p:spPr>
          <a:xfrm>
            <a:off x="466725" y="4876200"/>
            <a:ext cx="6063501" cy="123111"/>
          </a:xfrm>
          <a:prstGeom prst="rect">
            <a:avLst/>
          </a:prstGeom>
        </p:spPr>
        <p:txBody>
          <a:bodyPr vert="horz" wrap="square" lIns="0" tIns="0" rIns="0" bIns="0" rtlCol="0" anchor="t" anchorCtr="0">
            <a:spAutoFit/>
          </a:bodyPr>
          <a:lstStyle>
            <a:lvl1pPr algn="l">
              <a:defRPr sz="800">
                <a:solidFill>
                  <a:schemeClr val="tx1"/>
                </a:solidFill>
              </a:defRPr>
            </a:lvl1pPr>
          </a:lstStyle>
          <a:p>
            <a:r>
              <a:rPr lang="en-US" dirty="0"/>
              <a:t>University of Stuttgart</a:t>
            </a:r>
          </a:p>
        </p:txBody>
      </p:sp>
      <p:sp>
        <p:nvSpPr>
          <p:cNvPr id="4" name="Date Placeholder 3">
            <a:extLst>
              <a:ext uri="{C183D7F6-B498-43B3-948B-1728B52AA6E4}">
                <adec:decorative xmlns:adec="http://schemas.microsoft.com/office/drawing/2017/decorative" val="1"/>
              </a:ext>
            </a:extLst>
          </p:cNvPr>
          <p:cNvSpPr>
            <a:spLocks noGrp="1"/>
          </p:cNvSpPr>
          <p:nvPr>
            <p:ph type="dt" sz="half" idx="2"/>
          </p:nvPr>
        </p:nvSpPr>
        <p:spPr>
          <a:xfrm>
            <a:off x="7754400" y="4876200"/>
            <a:ext cx="532800" cy="123111"/>
          </a:xfrm>
          <a:prstGeom prst="rect">
            <a:avLst/>
          </a:prstGeom>
        </p:spPr>
        <p:txBody>
          <a:bodyPr vert="horz" lIns="0" tIns="0" rIns="0" bIns="0" rtlCol="0" anchor="t" anchorCtr="0">
            <a:spAutoFit/>
          </a:bodyPr>
          <a:lstStyle>
            <a:lvl1pPr>
              <a:defRPr lang="en-US" sz="800" smtClean="0"/>
            </a:lvl1pPr>
          </a:lstStyle>
          <a:p>
            <a:r>
              <a:rPr lang="de-DE"/>
              <a:t>08/20/2020</a:t>
            </a:r>
            <a:endParaRPr lang="en-US" dirty="0"/>
          </a:p>
        </p:txBody>
      </p:sp>
      <p:sp>
        <p:nvSpPr>
          <p:cNvPr id="6" name="Slide Number Placeholder 5">
            <a:extLst>
              <a:ext uri="{C183D7F6-B498-43B3-948B-1728B52AA6E4}">
                <adec:decorative xmlns:adec="http://schemas.microsoft.com/office/drawing/2017/decorative" val="1"/>
              </a:ext>
            </a:extLst>
          </p:cNvPr>
          <p:cNvSpPr>
            <a:spLocks noGrp="1"/>
          </p:cNvSpPr>
          <p:nvPr>
            <p:ph type="sldNum" sz="quarter" idx="4"/>
          </p:nvPr>
        </p:nvSpPr>
        <p:spPr>
          <a:xfrm>
            <a:off x="8489000" y="4876200"/>
            <a:ext cx="223200" cy="123111"/>
          </a:xfrm>
          <a:prstGeom prst="rect">
            <a:avLst/>
          </a:prstGeom>
        </p:spPr>
        <p:txBody>
          <a:bodyPr vert="horz" lIns="0" tIns="0" rIns="0" bIns="0" rtlCol="0" anchor="t" anchorCtr="0">
            <a:spAutoFit/>
          </a:bodyPr>
          <a:lstStyle>
            <a:lvl1pPr algn="r">
              <a:defRPr sz="800">
                <a:solidFill>
                  <a:schemeClr val="tx1"/>
                </a:solidFill>
              </a:defRPr>
            </a:lvl1pPr>
          </a:lstStyle>
          <a:p>
            <a:fld id="{9E82CC3C-1DC0-4FDA-9590-6CC506AB67F8}" type="slidenum">
              <a:rPr lang="en-US" smtClean="0"/>
              <a:pPr/>
              <a:t>‹Nr.›</a:t>
            </a:fld>
            <a:endParaRPr lang="en-US" dirty="0"/>
          </a:p>
        </p:txBody>
      </p:sp>
    </p:spTree>
    <p:extLst>
      <p:ext uri="{BB962C8B-B14F-4D97-AF65-F5344CB8AC3E}">
        <p14:creationId xmlns:p14="http://schemas.microsoft.com/office/powerpoint/2010/main" val="1297630091"/>
      </p:ext>
    </p:extLst>
  </p:cSld>
  <p:clrMap bg1="lt1" tx1="dk1" bg2="lt2" tx2="dk2" accent1="accent1" accent2="accent2" accent3="accent3" accent4="accent4" accent5="accent5" accent6="accent6" hlink="hlink" folHlink="folHlink"/>
  <p:sldLayoutIdLst>
    <p:sldLayoutId id="2147483697" r:id="rId1"/>
    <p:sldLayoutId id="2147483701" r:id="rId2"/>
    <p:sldLayoutId id="2147483702" r:id="rId3"/>
    <p:sldLayoutId id="2147483698" r:id="rId4"/>
    <p:sldLayoutId id="2147483688" r:id="rId5"/>
    <p:sldLayoutId id="2147483662" r:id="rId6"/>
    <p:sldLayoutId id="2147483692" r:id="rId7"/>
    <p:sldLayoutId id="2147483663" r:id="rId8"/>
    <p:sldLayoutId id="2147483676" r:id="rId9"/>
    <p:sldLayoutId id="2147483680" r:id="rId10"/>
    <p:sldLayoutId id="2147483664" r:id="rId11"/>
    <p:sldLayoutId id="2147483665" r:id="rId12"/>
    <p:sldLayoutId id="2147483677" r:id="rId13"/>
    <p:sldLayoutId id="2147483678" r:id="rId14"/>
    <p:sldLayoutId id="2147483679" r:id="rId15"/>
    <p:sldLayoutId id="2147483684" r:id="rId16"/>
    <p:sldLayoutId id="2147483685" r:id="rId17"/>
    <p:sldLayoutId id="2147483682" r:id="rId18"/>
    <p:sldLayoutId id="2147483681" r:id="rId19"/>
    <p:sldLayoutId id="2147483683" r:id="rId20"/>
    <p:sldLayoutId id="2147483666" r:id="rId21"/>
    <p:sldLayoutId id="2147483667" r:id="rId22"/>
    <p:sldLayoutId id="2147483689" r:id="rId23"/>
    <p:sldLayoutId id="2147483690" r:id="rId24"/>
    <p:sldLayoutId id="2147483699" r:id="rId25"/>
    <p:sldLayoutId id="2147483700" r:id="rId26"/>
  </p:sldLayoutIdLst>
  <p:hf hdr="0"/>
  <p:txStyles>
    <p:titleStyle>
      <a:lvl1pPr algn="l" defTabSz="685793" rtl="0" eaLnBrk="1" latinLnBrk="0" hangingPunct="1">
        <a:lnSpc>
          <a:spcPct val="90000"/>
        </a:lnSpc>
        <a:spcBef>
          <a:spcPct val="0"/>
        </a:spcBef>
        <a:buNone/>
        <a:defRPr sz="1800" b="1" kern="1200">
          <a:solidFill>
            <a:schemeClr val="tx1"/>
          </a:solidFill>
          <a:latin typeface="+mj-lt"/>
          <a:ea typeface="+mj-ea"/>
          <a:cs typeface="+mj-cs"/>
        </a:defRPr>
      </a:lvl1pPr>
    </p:titleStyle>
    <p:bodyStyle>
      <a:lvl1pPr marL="171448" indent="-171448" algn="l" defTabSz="685793" rtl="0" eaLnBrk="1" latinLnBrk="0" hangingPunct="1">
        <a:lnSpc>
          <a:spcPct val="120000"/>
        </a:lnSpc>
        <a:spcBef>
          <a:spcPts val="750"/>
        </a:spcBef>
        <a:buClr>
          <a:schemeClr val="accent1"/>
        </a:buClr>
        <a:buFont typeface="Arial" panose="020B0604020202020204" pitchFamily="34" charset="0"/>
        <a:buChar char="•"/>
        <a:defRPr sz="1600" kern="1200">
          <a:solidFill>
            <a:schemeClr val="tx1"/>
          </a:solidFill>
          <a:latin typeface="+mn-lt"/>
          <a:ea typeface="+mn-ea"/>
          <a:cs typeface="+mn-cs"/>
        </a:defRPr>
      </a:lvl1pPr>
      <a:lvl2pPr marL="360360" indent="-184148" algn="l" defTabSz="685793" rtl="0" eaLnBrk="1" latinLnBrk="0" hangingPunct="1">
        <a:lnSpc>
          <a:spcPct val="120000"/>
        </a:lnSpc>
        <a:spcBef>
          <a:spcPts val="376"/>
        </a:spcBef>
        <a:buClr>
          <a:schemeClr val="tx1"/>
        </a:buClr>
        <a:buFont typeface="Arial" panose="020B0604020202020204" pitchFamily="34" charset="0"/>
        <a:buChar char="•"/>
        <a:defRPr sz="1600" kern="1200">
          <a:solidFill>
            <a:schemeClr val="tx1"/>
          </a:solidFill>
          <a:latin typeface="+mn-lt"/>
          <a:ea typeface="+mn-ea"/>
          <a:cs typeface="+mn-cs"/>
        </a:defRPr>
      </a:lvl2pPr>
      <a:lvl3pPr marL="536570" indent="-176212" algn="l" defTabSz="685793" rtl="0" eaLnBrk="1" latinLnBrk="0" hangingPunct="1">
        <a:lnSpc>
          <a:spcPct val="120000"/>
        </a:lnSpc>
        <a:spcBef>
          <a:spcPts val="376"/>
        </a:spcBef>
        <a:buClr>
          <a:schemeClr val="tx1"/>
        </a:buClr>
        <a:buFont typeface="Arial" panose="020B0604020202020204" pitchFamily="34" charset="0"/>
        <a:buChar char="•"/>
        <a:defRPr sz="1400" kern="1200">
          <a:solidFill>
            <a:schemeClr val="tx1"/>
          </a:solidFill>
          <a:latin typeface="+mn-lt"/>
          <a:ea typeface="+mn-ea"/>
          <a:cs typeface="+mn-cs"/>
        </a:defRPr>
      </a:lvl3pPr>
      <a:lvl4pPr marL="720718" indent="-184148" algn="l" defTabSz="685793" rtl="0" eaLnBrk="1" latinLnBrk="0" hangingPunct="1">
        <a:lnSpc>
          <a:spcPct val="120000"/>
        </a:lnSpc>
        <a:spcBef>
          <a:spcPts val="376"/>
        </a:spcBef>
        <a:buClr>
          <a:schemeClr val="tx1"/>
        </a:buClr>
        <a:buFont typeface="Arial" panose="020B0604020202020204" pitchFamily="34" charset="0"/>
        <a:buChar char="•"/>
        <a:defRPr sz="1400" kern="1200">
          <a:solidFill>
            <a:schemeClr val="tx1"/>
          </a:solidFill>
          <a:latin typeface="+mn-lt"/>
          <a:ea typeface="+mn-ea"/>
          <a:cs typeface="+mn-cs"/>
        </a:defRPr>
      </a:lvl4pPr>
      <a:lvl5pPr marL="896929" indent="-176212" algn="l" defTabSz="685793" rtl="0" eaLnBrk="1" latinLnBrk="0" hangingPunct="1">
        <a:lnSpc>
          <a:spcPct val="120000"/>
        </a:lnSpc>
        <a:spcBef>
          <a:spcPts val="376"/>
        </a:spcBef>
        <a:buClr>
          <a:schemeClr val="tx1"/>
        </a:buClr>
        <a:buFont typeface="Arial" panose="020B0604020202020204" pitchFamily="34" charset="0"/>
        <a:buChar char="•"/>
        <a:defRPr sz="1400" kern="1200">
          <a:solidFill>
            <a:schemeClr val="tx1"/>
          </a:solidFill>
          <a:latin typeface="+mn-lt"/>
          <a:ea typeface="+mn-ea"/>
          <a:cs typeface="+mn-cs"/>
        </a:defRPr>
      </a:lvl5pPr>
      <a:lvl6pPr marL="1885931" indent="-171448" algn="l" defTabSz="685793" rtl="0" eaLnBrk="1" latinLnBrk="0" hangingPunct="1">
        <a:lnSpc>
          <a:spcPct val="90000"/>
        </a:lnSpc>
        <a:spcBef>
          <a:spcPts val="376"/>
        </a:spcBef>
        <a:buFont typeface="Arial" panose="020B0604020202020204" pitchFamily="34" charset="0"/>
        <a:buChar char="•"/>
        <a:defRPr sz="1350" kern="1200">
          <a:solidFill>
            <a:schemeClr val="tx1"/>
          </a:solidFill>
          <a:latin typeface="+mn-lt"/>
          <a:ea typeface="+mn-ea"/>
          <a:cs typeface="+mn-cs"/>
        </a:defRPr>
      </a:lvl6pPr>
      <a:lvl7pPr marL="2228828" indent="-171448" algn="l" defTabSz="685793" rtl="0" eaLnBrk="1" latinLnBrk="0" hangingPunct="1">
        <a:lnSpc>
          <a:spcPct val="90000"/>
        </a:lnSpc>
        <a:spcBef>
          <a:spcPts val="376"/>
        </a:spcBef>
        <a:buFont typeface="Arial" panose="020B0604020202020204" pitchFamily="34" charset="0"/>
        <a:buChar char="•"/>
        <a:defRPr sz="1350" kern="1200">
          <a:solidFill>
            <a:schemeClr val="tx1"/>
          </a:solidFill>
          <a:latin typeface="+mn-lt"/>
          <a:ea typeface="+mn-ea"/>
          <a:cs typeface="+mn-cs"/>
        </a:defRPr>
      </a:lvl7pPr>
      <a:lvl8pPr marL="2571724" indent="-171448" algn="l" defTabSz="685793" rtl="0" eaLnBrk="1" latinLnBrk="0" hangingPunct="1">
        <a:lnSpc>
          <a:spcPct val="90000"/>
        </a:lnSpc>
        <a:spcBef>
          <a:spcPts val="376"/>
        </a:spcBef>
        <a:buFont typeface="Arial" panose="020B0604020202020204" pitchFamily="34" charset="0"/>
        <a:buChar char="•"/>
        <a:defRPr sz="1350" kern="1200">
          <a:solidFill>
            <a:schemeClr val="tx1"/>
          </a:solidFill>
          <a:latin typeface="+mn-lt"/>
          <a:ea typeface="+mn-ea"/>
          <a:cs typeface="+mn-cs"/>
        </a:defRPr>
      </a:lvl8pPr>
      <a:lvl9pPr marL="2914621" indent="-171448" algn="l" defTabSz="685793" rtl="0" eaLnBrk="1" latinLnBrk="0" hangingPunct="1">
        <a:lnSpc>
          <a:spcPct val="90000"/>
        </a:lnSpc>
        <a:spcBef>
          <a:spcPts val="376"/>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793" rtl="0" eaLnBrk="1" latinLnBrk="0" hangingPunct="1">
        <a:defRPr sz="1350" kern="1200">
          <a:solidFill>
            <a:schemeClr val="tx1"/>
          </a:solidFill>
          <a:latin typeface="+mn-lt"/>
          <a:ea typeface="+mn-ea"/>
          <a:cs typeface="+mn-cs"/>
        </a:defRPr>
      </a:lvl1pPr>
      <a:lvl2pPr marL="342897" algn="l" defTabSz="685793" rtl="0" eaLnBrk="1" latinLnBrk="0" hangingPunct="1">
        <a:defRPr sz="1350" kern="1200">
          <a:solidFill>
            <a:schemeClr val="tx1"/>
          </a:solidFill>
          <a:latin typeface="+mn-lt"/>
          <a:ea typeface="+mn-ea"/>
          <a:cs typeface="+mn-cs"/>
        </a:defRPr>
      </a:lvl2pPr>
      <a:lvl3pPr marL="685793" algn="l" defTabSz="685793" rtl="0" eaLnBrk="1" latinLnBrk="0" hangingPunct="1">
        <a:defRPr sz="1350" kern="1200">
          <a:solidFill>
            <a:schemeClr val="tx1"/>
          </a:solidFill>
          <a:latin typeface="+mn-lt"/>
          <a:ea typeface="+mn-ea"/>
          <a:cs typeface="+mn-cs"/>
        </a:defRPr>
      </a:lvl3pPr>
      <a:lvl4pPr marL="1028690" algn="l" defTabSz="685793" rtl="0" eaLnBrk="1" latinLnBrk="0" hangingPunct="1">
        <a:defRPr sz="1350" kern="1200">
          <a:solidFill>
            <a:schemeClr val="tx1"/>
          </a:solidFill>
          <a:latin typeface="+mn-lt"/>
          <a:ea typeface="+mn-ea"/>
          <a:cs typeface="+mn-cs"/>
        </a:defRPr>
      </a:lvl4pPr>
      <a:lvl5pPr marL="1371586" algn="l" defTabSz="685793" rtl="0" eaLnBrk="1" latinLnBrk="0" hangingPunct="1">
        <a:defRPr sz="1350" kern="1200">
          <a:solidFill>
            <a:schemeClr val="tx1"/>
          </a:solidFill>
          <a:latin typeface="+mn-lt"/>
          <a:ea typeface="+mn-ea"/>
          <a:cs typeface="+mn-cs"/>
        </a:defRPr>
      </a:lvl5pPr>
      <a:lvl6pPr marL="1714483" algn="l" defTabSz="685793" rtl="0" eaLnBrk="1" latinLnBrk="0" hangingPunct="1">
        <a:defRPr sz="1350" kern="1200">
          <a:solidFill>
            <a:schemeClr val="tx1"/>
          </a:solidFill>
          <a:latin typeface="+mn-lt"/>
          <a:ea typeface="+mn-ea"/>
          <a:cs typeface="+mn-cs"/>
        </a:defRPr>
      </a:lvl6pPr>
      <a:lvl7pPr marL="2057379" algn="l" defTabSz="685793" rtl="0" eaLnBrk="1" latinLnBrk="0" hangingPunct="1">
        <a:defRPr sz="1350" kern="1200">
          <a:solidFill>
            <a:schemeClr val="tx1"/>
          </a:solidFill>
          <a:latin typeface="+mn-lt"/>
          <a:ea typeface="+mn-ea"/>
          <a:cs typeface="+mn-cs"/>
        </a:defRPr>
      </a:lvl7pPr>
      <a:lvl8pPr marL="2400276" algn="l" defTabSz="685793" rtl="0" eaLnBrk="1" latinLnBrk="0" hangingPunct="1">
        <a:defRPr sz="1350" kern="1200">
          <a:solidFill>
            <a:schemeClr val="tx1"/>
          </a:solidFill>
          <a:latin typeface="+mn-lt"/>
          <a:ea typeface="+mn-ea"/>
          <a:cs typeface="+mn-cs"/>
        </a:defRPr>
      </a:lvl8pPr>
      <a:lvl9pPr marL="2743173" algn="l" defTabSz="685793"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599" userDrawn="1">
          <p15:clr>
            <a:srgbClr val="F26B43"/>
          </p15:clr>
        </p15:guide>
        <p15:guide id="2" pos="295" userDrawn="1">
          <p15:clr>
            <a:srgbClr val="F26B43"/>
          </p15:clr>
        </p15:guide>
        <p15:guide id="3" orient="horz" pos="2967" userDrawn="1">
          <p15:clr>
            <a:srgbClr val="F26B43"/>
          </p15:clr>
        </p15:guide>
        <p15:guide id="4" pos="548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icture Placeholder 1"/>
          <p:cNvSpPr>
            <a:spLocks noGrp="1"/>
          </p:cNvSpPr>
          <p:nvPr>
            <p:ph type="pic" idx="10" sz="quarter"/>
          </p:nvPr>
        </p:nvSpPr>
        <p:spPr/>
      </p:sp>
      <p:sp>
        <p:nvSpPr>
          <p:cNvPr id="3" name="Title 2"/>
          <p:cNvSpPr>
            <a:spLocks noGrp="1"/>
          </p:cNvSpPr>
          <p:nvPr>
            <p:ph type="title"/>
          </p:nvPr>
        </p:nvSpPr>
        <p:spPr/>
        <p:txBody>
          <a:bodyPr wrap="square"/>
          <a:lstStyle/>
          <a:p>
            <a:pPr algn="l">
              <a:spcAft>
                <a:spcPts val="400"/>
              </a:spcAft>
            </a:pPr>
            <a:r>
              <a:rPr sz="2400" b="1">
                <a:solidFill>
                  <a:srgbClr val="FFFFFF"/>
                </a:solidFill>
                <a:latin typeface="Arial"/>
              </a:rPr>
              <a:t>How we reached a public R² of 0.87652</a:t>
            </a:r>
          </a:p>
        </p:txBody>
      </p:sp>
      <p:sp>
        <p:nvSpPr>
          <p:cNvPr id="5" name="Text Placeholder 4"/>
          <p:cNvSpPr>
            <a:spLocks noGrp="1"/>
          </p:cNvSpPr>
          <p:nvPr>
            <p:ph type="body" idx="11" sz="quarter"/>
          </p:nvPr>
        </p:nvSpPr>
        <p:spPr/>
        <p:txBody>
          <a:bodyPr wrap="square" anchor="ctr"/>
          <a:lstStyle/>
          <a:p>
            <a:pPr algn="ctr">
              <a:spcAft>
                <a:spcPts val="0"/>
              </a:spcAft>
            </a:pPr>
            <a:r>
              <a:rPr sz="1200" b="1">
                <a:solidFill>
                  <a:srgbClr val="3E444C"/>
                </a:solidFill>
                <a:latin typeface="Arial"/>
              </a:rPr>
              <a:t>Joest Homann</a:t>
            </a:r>
          </a:p>
        </p:txBody>
      </p:sp>
      <p:sp>
        <p:nvSpPr>
          <p:cNvPr id="6" name="TextBox 5"/>
          <p:cNvSpPr txBox="1"/>
          <p:nvPr/>
        </p:nvSpPr>
        <p:spPr>
          <a:xfrm>
            <a:off x="274320" y="1463040"/>
            <a:ext cx="4315968" cy="493776"/>
          </a:xfrm>
          <a:prstGeom prst="rect">
            <a:avLst/>
          </a:prstGeom>
          <a:noFill/>
        </p:spPr>
        <p:txBody>
          <a:bodyPr wrap="square">
            <a:spAutoFit/>
          </a:bodyPr>
          <a:lstStyle/>
          <a:p>
            <a:pPr algn="l">
              <a:spcAft>
                <a:spcPts val="400"/>
              </a:spcAft>
            </a:pPr>
            <a:r>
              <a:rPr sz="1300" b="1">
                <a:solidFill>
                  <a:srgbClr val="00519E"/>
                </a:solidFill>
                <a:latin typeface="Arial"/>
              </a:rPr>
              <a:t>Estimating remaining useful life from a partial UAV telemetry history</a:t>
            </a:r>
          </a:p>
        </p:txBody>
      </p:sp>
      <p:pic>
        <p:nvPicPr>
          <p:cNvPr id="7" name="Picture 6" descr="prediction_timeline.png"/>
          <p:cNvPicPr>
            <a:picLocks noChangeAspect="1"/>
          </p:cNvPicPr>
          <p:nvPr/>
        </p:nvPicPr>
        <p:blipFill>
          <a:blip r:embed="rId3"/>
          <a:stretch>
            <a:fillRect/>
          </a:stretch>
        </p:blipFill>
        <p:spPr>
          <a:xfrm>
            <a:off x="201168" y="2356104"/>
            <a:ext cx="4462272" cy="1487424"/>
          </a:xfrm>
          <a:prstGeom prst="rect">
            <a:avLst/>
          </a:prstGeom>
        </p:spPr>
      </p:pic>
      <p:sp>
        <p:nvSpPr>
          <p:cNvPr id="8" name="TextBox 7"/>
          <p:cNvSpPr txBox="1"/>
          <p:nvPr/>
        </p:nvSpPr>
        <p:spPr>
          <a:xfrm>
            <a:off x="274320" y="4261104"/>
            <a:ext cx="4315968" cy="219456"/>
          </a:xfrm>
          <a:prstGeom prst="rect">
            <a:avLst/>
          </a:prstGeom>
          <a:noFill/>
        </p:spPr>
        <p:txBody>
          <a:bodyPr wrap="square">
            <a:spAutoFit/>
          </a:bodyPr>
          <a:lstStyle/>
          <a:p>
            <a:pPr algn="l">
              <a:spcAft>
                <a:spcPts val="400"/>
              </a:spcAft>
            </a:pPr>
            <a:r>
              <a:rPr sz="1000" b="0">
                <a:solidFill>
                  <a:srgbClr val="9F9998"/>
                </a:solidFill>
                <a:latin typeface="Arial"/>
              </a:rPr>
              <a:t>University of Stuttgart · 8 September 2026</a:t>
            </a:r>
          </a:p>
        </p:txBody>
      </p:sp>
      <p:sp>
        <p:nvSpPr>
          <p:cNvPr id="9" name="TextBox 8"/>
          <p:cNvSpPr txBox="1"/>
          <p:nvPr/>
        </p:nvSpPr>
        <p:spPr>
          <a:xfrm>
            <a:off x="274320" y="4498848"/>
            <a:ext cx="4315968" cy="182880"/>
          </a:xfrm>
          <a:prstGeom prst="rect">
            <a:avLst/>
          </a:prstGeom>
          <a:noFill/>
        </p:spPr>
        <p:txBody>
          <a:bodyPr wrap="square">
            <a:spAutoFit/>
          </a:bodyPr>
          <a:lstStyle/>
          <a:p>
            <a:pPr algn="l">
              <a:spcAft>
                <a:spcPts val="400"/>
              </a:spcAft>
            </a:pPr>
            <a:r>
              <a:rPr sz="800" b="0">
                <a:solidFill>
                  <a:srgbClr val="9F9998"/>
                </a:solidFill>
                <a:latin typeface="Arial"/>
              </a:rPr>
              <a:t>Figure: generated for this talk from data/train.csv · claims C01-C04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lgn="l">
              <a:spcAft>
                <a:spcPts val="400"/>
              </a:spcAft>
            </a:pPr>
            <a:r>
              <a:rPr sz="1800" b="1">
                <a:solidFill>
                  <a:srgbClr val="3E444C"/>
                </a:solidFill>
                <a:latin typeface="Arial"/>
              </a:rPr>
              <a:t>Five submissions, five decisions</a:t>
            </a:r>
          </a:p>
        </p:txBody>
      </p:sp>
      <p:sp>
        <p:nvSpPr>
          <p:cNvPr id="3" name="Text Placeholder 2"/>
          <p:cNvSpPr>
            <a:spLocks noGrp="1"/>
          </p:cNvSpPr>
          <p:nvPr>
            <p:ph type="body" idx="13" sz="quarter"/>
          </p:nvPr>
        </p:nvSpPr>
        <p:spPr/>
        <p:txBody>
          <a:bodyPr wrap="square"/>
          <a:lstStyle/>
          <a:p>
            <a:pPr algn="l">
              <a:spcAft>
                <a:spcPts val="400"/>
              </a:spcAft>
            </a:pPr>
            <a:r>
              <a:rPr sz="1400" b="0">
                <a:solidFill>
                  <a:srgbClr val="9F9998"/>
                </a:solidFill>
                <a:latin typeface="Arial"/>
              </a:rPr>
              <a:t>Each point is a submitted model; the label names the decision that run introduced</a:t>
            </a:r>
          </a:p>
        </p:txBody>
      </p:sp>
      <p:sp>
        <p:nvSpPr>
          <p:cNvPr id="7" name="Datumsplatzhalter 6">
            <a:extLst>
              <a:ext uri="{FF2B5EF4-FFF2-40B4-BE49-F238E27FC236}">
                <a16:creationId xmlns:a16="http://schemas.microsoft.com/office/drawing/2014/main" id="{124A6A03-5D2E-417E-9A62-737D1DBC92ED}"/>
              </a:ext>
              <a:ext uri="{C183D7F6-B498-43B3-948B-1728B52AA6E4}">
                <adec:decorative xmlns:adec="http://schemas.microsoft.com/office/drawing/2017/decorative" val="1"/>
              </a:ext>
            </a:extLst>
          </p:cNvPr>
          <p:cNvSpPr>
            <a:spLocks noGrp="1"/>
          </p:cNvSpPr>
          <p:nvPr>
            <p:ph type="dt" sz="half" idx="14"/>
          </p:nvPr>
        </p:nvSpPr>
        <p:spPr>
          <a:xfrm>
            <a:off x="6492240" y="4873752"/>
            <a:ext cx="1737360" cy="146304"/>
          </a:xfrm>
        </p:spPr>
        <p:txBody>
          <a:bodyPr/>
          <a:lstStyle/>
          <a:p>
            <a:pPr algn="r"/>
            <a:r>
              <a:rPr lang="de-DE"/>
              <a:t>8 September 2026</a:t>
            </a:r>
            <a:endParaRPr lang="en-US" dirty="0"/>
          </a:p>
        </p:txBody>
      </p:sp>
      <p:sp>
        <p:nvSpPr>
          <p:cNvPr id="8" name="Fußzeilenplatzhalter 7">
            <a:extLst>
              <a:ext uri="{FF2B5EF4-FFF2-40B4-BE49-F238E27FC236}">
                <a16:creationId xmlns:a16="http://schemas.microsoft.com/office/drawing/2014/main" id="{90427F68-7D65-4111-9D28-F407D044A73B}"/>
              </a:ext>
              <a:ext uri="{C183D7F6-B498-43B3-948B-1728B52AA6E4}">
                <adec:decorative xmlns:adec="http://schemas.microsoft.com/office/drawing/2017/decorative" val="1"/>
              </a:ext>
            </a:extLst>
          </p:cNvPr>
          <p:cNvSpPr>
            <a:spLocks noGrp="1"/>
          </p:cNvSpPr>
          <p:nvPr>
            <p:ph type="ftr" sz="quarter" idx="15"/>
          </p:nvPr>
        </p:nvSpPr>
        <p:spPr/>
        <p:txBody>
          <a:bodyPr/>
          <a:lstStyle/>
          <a:p>
            <a:r>
              <a:rPr lang="en-US"/>
              <a:t>UAV remaining useful life estimation</a:t>
            </a:r>
            <a:endParaRPr lang="en-US" dirty="0"/>
          </a:p>
        </p:txBody>
      </p:sp>
      <p:sp>
        <p:nvSpPr>
          <p:cNvPr id="10" name="Foliennummernplatzhalter 9">
            <a:extLst>
              <a:ext uri="{FF2B5EF4-FFF2-40B4-BE49-F238E27FC236}">
                <a16:creationId xmlns:a16="http://schemas.microsoft.com/office/drawing/2014/main" id="{BC2B8577-8AB8-42B5-8BA8-1751A412246A}"/>
              </a:ext>
              <a:ext uri="{C183D7F6-B498-43B3-948B-1728B52AA6E4}">
                <adec:decorative xmlns:adec="http://schemas.microsoft.com/office/drawing/2017/decorative" val="1"/>
              </a:ext>
            </a:extLst>
          </p:cNvPr>
          <p:cNvSpPr>
            <a:spLocks noGrp="1"/>
          </p:cNvSpPr>
          <p:nvPr>
            <p:ph type="sldNum" sz="quarter" idx="16"/>
          </p:nvPr>
        </p:nvSpPr>
        <p:spPr/>
        <p:txBody>
          <a:bodyPr/>
          <a:lstStyle/>
          <a:p>
            <a:fld id="{9E82CC3C-1DC0-4FDA-9590-6CC506AB67F8}" type="slidenum">
              <a:rPr lang="en-US" smtClean="0"/>
              <a:pPr/>
              <a:t>‹Nr.›</a:t>
            </a:fld>
            <a:endParaRPr lang="en-US" dirty="0"/>
          </a:p>
        </p:txBody>
      </p:sp>
      <p:pic>
        <p:nvPicPr>
          <p:cNvPr id="11" name="Picture 10" descr="public_score_chain.png"/>
          <p:cNvPicPr>
            <a:picLocks noChangeAspect="1"/>
          </p:cNvPicPr>
          <p:nvPr/>
        </p:nvPicPr>
        <p:blipFill>
          <a:blip r:embed="rId3"/>
          <a:stretch>
            <a:fillRect/>
          </a:stretch>
        </p:blipFill>
        <p:spPr>
          <a:xfrm>
            <a:off x="466344" y="1028963"/>
            <a:ext cx="8247888" cy="3410184"/>
          </a:xfrm>
          <a:prstGeom prst="rect">
            <a:avLst/>
          </a:prstGeom>
        </p:spPr>
      </p:pic>
      <p:sp>
        <p:nvSpPr>
          <p:cNvPr id="12" name="TextBox 11"/>
          <p:cNvSpPr txBox="1"/>
          <p:nvPr/>
        </p:nvSpPr>
        <p:spPr>
          <a:xfrm>
            <a:off x="466344" y="4535424"/>
            <a:ext cx="8247888" cy="164592"/>
          </a:xfrm>
          <a:prstGeom prst="rect">
            <a:avLst/>
          </a:prstGeom>
          <a:noFill/>
        </p:spPr>
        <p:txBody>
          <a:bodyPr wrap="square">
            <a:spAutoFit/>
          </a:bodyPr>
          <a:lstStyle/>
          <a:p>
            <a:pPr algn="l">
              <a:spcAft>
                <a:spcPts val="400"/>
              </a:spcAft>
            </a:pPr>
            <a:r>
              <a:rPr sz="900" b="0">
                <a:solidFill>
                  <a:srgbClr val="9F9998"/>
                </a:solidFill>
                <a:latin typeface="Arial"/>
              </a:rPr>
              <a:t>Figure: generated from kaggle_scores.csv and pipeline_experiments.md · claims C05-C12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lgn="l">
              <a:spcAft>
                <a:spcPts val="400"/>
              </a:spcAft>
            </a:pPr>
            <a:r>
              <a:rPr sz="1800" b="1">
                <a:solidFill>
                  <a:srgbClr val="3E444C"/>
                </a:solidFill>
                <a:latin typeface="Arial"/>
              </a:rPr>
              <a:t>Phase 0 decided which channels may carry information</a:t>
            </a:r>
          </a:p>
        </p:txBody>
      </p:sp>
      <p:sp>
        <p:nvSpPr>
          <p:cNvPr id="3" name="Text Placeholder 2"/>
          <p:cNvSpPr>
            <a:spLocks noGrp="1"/>
          </p:cNvSpPr>
          <p:nvPr>
            <p:ph type="body" idx="13" sz="quarter"/>
          </p:nvPr>
        </p:nvSpPr>
        <p:spPr/>
        <p:txBody>
          <a:bodyPr wrap="square"/>
          <a:lstStyle/>
          <a:p>
            <a:pPr algn="l">
              <a:spcAft>
                <a:spcPts val="400"/>
              </a:spcAft>
            </a:pPr>
            <a:r>
              <a:rPr sz="1400" b="0">
                <a:solidFill>
                  <a:srgbClr val="9F9998"/>
                </a:solidFill>
                <a:latin typeface="Arial"/>
              </a:rPr>
              <a:t>Consistency inside a UAV, not pooled correlation, is what generalises to an unseen UAV</a:t>
            </a:r>
          </a:p>
        </p:txBody>
      </p:sp>
      <p:sp>
        <p:nvSpPr>
          <p:cNvPr id="7" name="Datumsplatzhalter 6">
            <a:extLst>
              <a:ext uri="{FF2B5EF4-FFF2-40B4-BE49-F238E27FC236}">
                <a16:creationId xmlns:a16="http://schemas.microsoft.com/office/drawing/2014/main" id="{124A6A03-5D2E-417E-9A62-737D1DBC92ED}"/>
              </a:ext>
              <a:ext uri="{C183D7F6-B498-43B3-948B-1728B52AA6E4}">
                <adec:decorative xmlns:adec="http://schemas.microsoft.com/office/drawing/2017/decorative" val="1"/>
              </a:ext>
            </a:extLst>
          </p:cNvPr>
          <p:cNvSpPr>
            <a:spLocks noGrp="1"/>
          </p:cNvSpPr>
          <p:nvPr>
            <p:ph type="dt" sz="half" idx="14"/>
          </p:nvPr>
        </p:nvSpPr>
        <p:spPr>
          <a:xfrm>
            <a:off x="6492240" y="4873752"/>
            <a:ext cx="1737360" cy="146304"/>
          </a:xfrm>
        </p:spPr>
        <p:txBody>
          <a:bodyPr/>
          <a:lstStyle/>
          <a:p>
            <a:pPr algn="r"/>
            <a:r>
              <a:rPr lang="de-DE"/>
              <a:t>8 September 2026</a:t>
            </a:r>
            <a:endParaRPr lang="en-US" dirty="0"/>
          </a:p>
        </p:txBody>
      </p:sp>
      <p:sp>
        <p:nvSpPr>
          <p:cNvPr id="8" name="Fußzeilenplatzhalter 7">
            <a:extLst>
              <a:ext uri="{FF2B5EF4-FFF2-40B4-BE49-F238E27FC236}">
                <a16:creationId xmlns:a16="http://schemas.microsoft.com/office/drawing/2014/main" id="{90427F68-7D65-4111-9D28-F407D044A73B}"/>
              </a:ext>
              <a:ext uri="{C183D7F6-B498-43B3-948B-1728B52AA6E4}">
                <adec:decorative xmlns:adec="http://schemas.microsoft.com/office/drawing/2017/decorative" val="1"/>
              </a:ext>
            </a:extLst>
          </p:cNvPr>
          <p:cNvSpPr>
            <a:spLocks noGrp="1"/>
          </p:cNvSpPr>
          <p:nvPr>
            <p:ph type="ftr" sz="quarter" idx="15"/>
          </p:nvPr>
        </p:nvSpPr>
        <p:spPr/>
        <p:txBody>
          <a:bodyPr/>
          <a:lstStyle/>
          <a:p>
            <a:r>
              <a:rPr lang="en-US"/>
              <a:t>UAV remaining useful life estimation</a:t>
            </a:r>
            <a:endParaRPr lang="en-US" dirty="0"/>
          </a:p>
        </p:txBody>
      </p:sp>
      <p:sp>
        <p:nvSpPr>
          <p:cNvPr id="10" name="Foliennummernplatzhalter 9">
            <a:extLst>
              <a:ext uri="{FF2B5EF4-FFF2-40B4-BE49-F238E27FC236}">
                <a16:creationId xmlns:a16="http://schemas.microsoft.com/office/drawing/2014/main" id="{BC2B8577-8AB8-42B5-8BA8-1751A412246A}"/>
              </a:ext>
              <a:ext uri="{C183D7F6-B498-43B3-948B-1728B52AA6E4}">
                <adec:decorative xmlns:adec="http://schemas.microsoft.com/office/drawing/2017/decorative" val="1"/>
              </a:ext>
            </a:extLst>
          </p:cNvPr>
          <p:cNvSpPr>
            <a:spLocks noGrp="1"/>
          </p:cNvSpPr>
          <p:nvPr>
            <p:ph type="sldNum" sz="quarter" idx="16"/>
          </p:nvPr>
        </p:nvSpPr>
        <p:spPr/>
        <p:txBody>
          <a:bodyPr/>
          <a:lstStyle/>
          <a:p>
            <a:fld id="{9E82CC3C-1DC0-4FDA-9590-6CC506AB67F8}" type="slidenum">
              <a:rPr lang="en-US" smtClean="0"/>
              <a:pPr/>
              <a:t>‹Nr.›</a:t>
            </a:fld>
            <a:endParaRPr lang="en-US" dirty="0"/>
          </a:p>
        </p:txBody>
      </p:sp>
      <p:pic>
        <p:nvPicPr>
          <p:cNvPr id="11" name="Picture 10" descr="temporal_rul_summary_subset.png"/>
          <p:cNvPicPr>
            <a:picLocks noChangeAspect="1"/>
          </p:cNvPicPr>
          <p:nvPr/>
        </p:nvPicPr>
        <p:blipFill>
          <a:blip r:embed="rId3"/>
          <a:stretch>
            <a:fillRect/>
          </a:stretch>
        </p:blipFill>
        <p:spPr>
          <a:xfrm>
            <a:off x="610018" y="1005840"/>
            <a:ext cx="7960538" cy="3456432"/>
          </a:xfrm>
          <a:prstGeom prst="rect">
            <a:avLst/>
          </a:prstGeom>
        </p:spPr>
      </p:pic>
      <p:sp>
        <p:nvSpPr>
          <p:cNvPr id="12" name="TextBox 11"/>
          <p:cNvSpPr txBox="1"/>
          <p:nvPr/>
        </p:nvSpPr>
        <p:spPr>
          <a:xfrm>
            <a:off x="466344" y="4535424"/>
            <a:ext cx="8247888" cy="164592"/>
          </a:xfrm>
          <a:prstGeom prst="rect">
            <a:avLst/>
          </a:prstGeom>
          <a:noFill/>
        </p:spPr>
        <p:txBody>
          <a:bodyPr wrap="square">
            <a:spAutoFit/>
          </a:bodyPr>
          <a:lstStyle/>
          <a:p>
            <a:pPr algn="l">
              <a:spcAft>
                <a:spcPts val="400"/>
              </a:spcAft>
            </a:pPr>
            <a:r>
              <a:rPr sz="900" b="0">
                <a:solidFill>
                  <a:srgbClr val="9F9998"/>
                </a:solidFill>
                <a:latin typeface="Arial"/>
              </a:rPr>
              <a:t>Figure: repository Phase 0 script re-run for the eight channels shown · claims C13-C19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lgn="l">
              <a:spcAft>
                <a:spcPts val="400"/>
              </a:spcAft>
            </a:pPr>
            <a:r>
              <a:rPr sz="1800" b="1">
                <a:solidFill>
                  <a:srgbClr val="3E444C"/>
                </a:solidFill>
                <a:latin typeface="Arial"/>
              </a:rPr>
              <a:t>Phase 1 decided what every later number is measured against</a:t>
            </a:r>
          </a:p>
        </p:txBody>
      </p:sp>
      <p:sp>
        <p:nvSpPr>
          <p:cNvPr id="3" name="Text Placeholder 2"/>
          <p:cNvSpPr>
            <a:spLocks noGrp="1"/>
          </p:cNvSpPr>
          <p:nvPr>
            <p:ph type="body" idx="13" sz="quarter"/>
          </p:nvPr>
        </p:nvSpPr>
        <p:spPr/>
        <p:txBody>
          <a:bodyPr wrap="square"/>
          <a:lstStyle/>
          <a:p>
            <a:pPr algn="l">
              <a:spcAft>
                <a:spcPts val="400"/>
              </a:spcAft>
            </a:pPr>
            <a:r>
              <a:rPr sz="1400" b="0">
                <a:solidFill>
                  <a:srgbClr val="9F9998"/>
                </a:solidFill>
                <a:latin typeface="Arial"/>
              </a:rPr>
              <a:t>One hundred UAVs, not 24,720 rows: the UAV is the independent unit</a:t>
            </a:r>
          </a:p>
        </p:txBody>
      </p:sp>
      <p:sp>
        <p:nvSpPr>
          <p:cNvPr id="7" name="Datumsplatzhalter 6">
            <a:extLst>
              <a:ext uri="{FF2B5EF4-FFF2-40B4-BE49-F238E27FC236}">
                <a16:creationId xmlns:a16="http://schemas.microsoft.com/office/drawing/2014/main" id="{124A6A03-5D2E-417E-9A62-737D1DBC92ED}"/>
              </a:ext>
              <a:ext uri="{C183D7F6-B498-43B3-948B-1728B52AA6E4}">
                <adec:decorative xmlns:adec="http://schemas.microsoft.com/office/drawing/2017/decorative" val="1"/>
              </a:ext>
            </a:extLst>
          </p:cNvPr>
          <p:cNvSpPr>
            <a:spLocks noGrp="1"/>
          </p:cNvSpPr>
          <p:nvPr>
            <p:ph type="dt" sz="half" idx="14"/>
          </p:nvPr>
        </p:nvSpPr>
        <p:spPr>
          <a:xfrm>
            <a:off x="6492240" y="4873752"/>
            <a:ext cx="1737360" cy="146304"/>
          </a:xfrm>
        </p:spPr>
        <p:txBody>
          <a:bodyPr/>
          <a:lstStyle/>
          <a:p>
            <a:pPr algn="r"/>
            <a:r>
              <a:rPr lang="de-DE"/>
              <a:t>8 September 2026</a:t>
            </a:r>
            <a:endParaRPr lang="en-US" dirty="0"/>
          </a:p>
        </p:txBody>
      </p:sp>
      <p:sp>
        <p:nvSpPr>
          <p:cNvPr id="8" name="Fußzeilenplatzhalter 7">
            <a:extLst>
              <a:ext uri="{FF2B5EF4-FFF2-40B4-BE49-F238E27FC236}">
                <a16:creationId xmlns:a16="http://schemas.microsoft.com/office/drawing/2014/main" id="{90427F68-7D65-4111-9D28-F407D044A73B}"/>
              </a:ext>
              <a:ext uri="{C183D7F6-B498-43B3-948B-1728B52AA6E4}">
                <adec:decorative xmlns:adec="http://schemas.microsoft.com/office/drawing/2017/decorative" val="1"/>
              </a:ext>
            </a:extLst>
          </p:cNvPr>
          <p:cNvSpPr>
            <a:spLocks noGrp="1"/>
          </p:cNvSpPr>
          <p:nvPr>
            <p:ph type="ftr" sz="quarter" idx="15"/>
          </p:nvPr>
        </p:nvSpPr>
        <p:spPr/>
        <p:txBody>
          <a:bodyPr/>
          <a:lstStyle/>
          <a:p>
            <a:r>
              <a:rPr lang="en-US"/>
              <a:t>UAV remaining useful life estimation</a:t>
            </a:r>
            <a:endParaRPr lang="en-US" dirty="0"/>
          </a:p>
        </p:txBody>
      </p:sp>
      <p:sp>
        <p:nvSpPr>
          <p:cNvPr id="10" name="Foliennummernplatzhalter 9">
            <a:extLst>
              <a:ext uri="{FF2B5EF4-FFF2-40B4-BE49-F238E27FC236}">
                <a16:creationId xmlns:a16="http://schemas.microsoft.com/office/drawing/2014/main" id="{BC2B8577-8AB8-42B5-8BA8-1751A412246A}"/>
              </a:ext>
              <a:ext uri="{C183D7F6-B498-43B3-948B-1728B52AA6E4}">
                <adec:decorative xmlns:adec="http://schemas.microsoft.com/office/drawing/2017/decorative" val="1"/>
              </a:ext>
            </a:extLst>
          </p:cNvPr>
          <p:cNvSpPr>
            <a:spLocks noGrp="1"/>
          </p:cNvSpPr>
          <p:nvPr>
            <p:ph type="sldNum" sz="quarter" idx="16"/>
          </p:nvPr>
        </p:nvSpPr>
        <p:spPr/>
        <p:txBody>
          <a:bodyPr/>
          <a:lstStyle/>
          <a:p>
            <a:fld id="{9E82CC3C-1DC0-4FDA-9590-6CC506AB67F8}" type="slidenum">
              <a:rPr lang="en-US" smtClean="0"/>
              <a:pPr/>
              <a:t>‹Nr.›</a:t>
            </a:fld>
            <a:endParaRPr lang="en-US" dirty="0"/>
          </a:p>
        </p:txBody>
      </p:sp>
      <p:sp>
        <p:nvSpPr>
          <p:cNvPr id="11" name="TextBox 10"/>
          <p:cNvSpPr txBox="1"/>
          <p:nvPr/>
        </p:nvSpPr>
        <p:spPr>
          <a:xfrm>
            <a:off x="466344" y="987552"/>
            <a:ext cx="3931920" cy="201168"/>
          </a:xfrm>
          <a:prstGeom prst="rect">
            <a:avLst/>
          </a:prstGeom>
          <a:noFill/>
        </p:spPr>
        <p:txBody>
          <a:bodyPr wrap="square">
            <a:spAutoFit/>
          </a:bodyPr>
          <a:lstStyle/>
          <a:p>
            <a:pPr algn="l">
              <a:spcAft>
                <a:spcPts val="400"/>
              </a:spcAft>
            </a:pPr>
            <a:r>
              <a:rPr sz="1100" b="1">
                <a:solidFill>
                  <a:srgbClr val="00519E"/>
                </a:solidFill>
                <a:latin typeface="Arial"/>
              </a:rPr>
              <a:t>Nested whole-UAV design, all five outer folds</a:t>
            </a:r>
          </a:p>
        </p:txBody>
      </p:sp>
      <p:sp>
        <p:nvSpPr>
          <p:cNvPr id="12" name="Rectangle 11"/>
          <p:cNvSpPr/>
          <p:nvPr/>
        </p:nvSpPr>
        <p:spPr>
          <a:xfrm>
            <a:off x="466344" y="1243584"/>
            <a:ext cx="749808" cy="384048"/>
          </a:xfrm>
          <a:prstGeom prst="rect">
            <a:avLst/>
          </a:prstGeom>
          <a:solidFill>
            <a:srgbClr val="FFD5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800" b="0">
                <a:solidFill>
                  <a:srgbClr val="3E444C"/>
                </a:solidFill>
                <a:latin typeface="Arial"/>
              </a:rPr>
              <a:t>fold 1
20 UAVs</a:t>
            </a:r>
          </a:p>
        </p:txBody>
      </p:sp>
      <p:sp>
        <p:nvSpPr>
          <p:cNvPr id="13" name="Rectangle 12"/>
          <p:cNvSpPr/>
          <p:nvPr/>
        </p:nvSpPr>
        <p:spPr>
          <a:xfrm>
            <a:off x="1261872" y="1243584"/>
            <a:ext cx="749808" cy="384048"/>
          </a:xfrm>
          <a:prstGeom prst="rect">
            <a:avLst/>
          </a:prstGeom>
          <a:solidFill>
            <a:srgbClr val="0051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800" b="0">
                <a:solidFill>
                  <a:srgbClr val="FFFFFF"/>
                </a:solidFill>
                <a:latin typeface="Arial"/>
              </a:rPr>
              <a:t>fold 2
20 UAVs</a:t>
            </a:r>
          </a:p>
        </p:txBody>
      </p:sp>
      <p:sp>
        <p:nvSpPr>
          <p:cNvPr id="14" name="Rectangle 13"/>
          <p:cNvSpPr/>
          <p:nvPr/>
        </p:nvSpPr>
        <p:spPr>
          <a:xfrm>
            <a:off x="2057400" y="1243584"/>
            <a:ext cx="749808" cy="384048"/>
          </a:xfrm>
          <a:prstGeom prst="rect">
            <a:avLst/>
          </a:prstGeom>
          <a:solidFill>
            <a:srgbClr val="0051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800" b="0">
                <a:solidFill>
                  <a:srgbClr val="FFFFFF"/>
                </a:solidFill>
                <a:latin typeface="Arial"/>
              </a:rPr>
              <a:t>fold 3
20 UAVs</a:t>
            </a:r>
          </a:p>
        </p:txBody>
      </p:sp>
      <p:sp>
        <p:nvSpPr>
          <p:cNvPr id="15" name="Rectangle 14"/>
          <p:cNvSpPr/>
          <p:nvPr/>
        </p:nvSpPr>
        <p:spPr>
          <a:xfrm>
            <a:off x="2852928" y="1243584"/>
            <a:ext cx="749808" cy="384048"/>
          </a:xfrm>
          <a:prstGeom prst="rect">
            <a:avLst/>
          </a:prstGeom>
          <a:solidFill>
            <a:srgbClr val="0051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800" b="0">
                <a:solidFill>
                  <a:srgbClr val="FFFFFF"/>
                </a:solidFill>
                <a:latin typeface="Arial"/>
              </a:rPr>
              <a:t>fold 4
20 UAVs</a:t>
            </a:r>
          </a:p>
        </p:txBody>
      </p:sp>
      <p:sp>
        <p:nvSpPr>
          <p:cNvPr id="16" name="Rectangle 15"/>
          <p:cNvSpPr/>
          <p:nvPr/>
        </p:nvSpPr>
        <p:spPr>
          <a:xfrm>
            <a:off x="3648456" y="1243584"/>
            <a:ext cx="749808" cy="384048"/>
          </a:xfrm>
          <a:prstGeom prst="rect">
            <a:avLst/>
          </a:prstGeom>
          <a:solidFill>
            <a:srgbClr val="0051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800" b="0">
                <a:solidFill>
                  <a:srgbClr val="FFFFFF"/>
                </a:solidFill>
                <a:latin typeface="Arial"/>
              </a:rPr>
              <a:t>fold 5
20 UAVs</a:t>
            </a:r>
          </a:p>
        </p:txBody>
      </p:sp>
      <p:sp>
        <p:nvSpPr>
          <p:cNvPr id="17" name="TextBox 16"/>
          <p:cNvSpPr txBox="1"/>
          <p:nvPr/>
        </p:nvSpPr>
        <p:spPr>
          <a:xfrm>
            <a:off x="466344" y="1664208"/>
            <a:ext cx="3931920" cy="182880"/>
          </a:xfrm>
          <a:prstGeom prst="rect">
            <a:avLst/>
          </a:prstGeom>
          <a:noFill/>
        </p:spPr>
        <p:txBody>
          <a:bodyPr wrap="square">
            <a:spAutoFit/>
          </a:bodyPr>
          <a:lstStyle/>
          <a:p>
            <a:pPr algn="l">
              <a:spcAft>
                <a:spcPts val="400"/>
              </a:spcAft>
            </a:pPr>
            <a:r>
              <a:rPr sz="900" b="0">
                <a:solidFill>
                  <a:srgbClr val="3E444C"/>
                </a:solidFill>
                <a:latin typeface="Arial"/>
              </a:rPr>
              <a:t>fold 1 held out; folds 2-5 are the 80 training UAVs</a:t>
            </a:r>
          </a:p>
        </p:txBody>
      </p:sp>
      <p:sp>
        <p:nvSpPr>
          <p:cNvPr id="18" name="TextBox 17"/>
          <p:cNvSpPr txBox="1"/>
          <p:nvPr/>
        </p:nvSpPr>
        <p:spPr>
          <a:xfrm>
            <a:off x="466344" y="1938528"/>
            <a:ext cx="3931920" cy="201168"/>
          </a:xfrm>
          <a:prstGeom prst="rect">
            <a:avLst/>
          </a:prstGeom>
          <a:noFill/>
        </p:spPr>
        <p:txBody>
          <a:bodyPr wrap="square">
            <a:spAutoFit/>
          </a:bodyPr>
          <a:lstStyle/>
          <a:p>
            <a:pPr algn="l">
              <a:spcAft>
                <a:spcPts val="400"/>
              </a:spcAft>
            </a:pPr>
            <a:r>
              <a:rPr sz="1100" b="1">
                <a:solidFill>
                  <a:srgbClr val="00519E"/>
                </a:solidFill>
                <a:latin typeface="Arial"/>
              </a:rPr>
              <a:t>Inside those 80: four inner folds select everything</a:t>
            </a:r>
          </a:p>
        </p:txBody>
      </p:sp>
      <p:sp>
        <p:nvSpPr>
          <p:cNvPr id="19" name="Rectangle 18"/>
          <p:cNvSpPr/>
          <p:nvPr/>
        </p:nvSpPr>
        <p:spPr>
          <a:xfrm>
            <a:off x="466344" y="2194560"/>
            <a:ext cx="948689" cy="347472"/>
          </a:xfrm>
          <a:prstGeom prst="rect">
            <a:avLst/>
          </a:prstGeom>
          <a:solidFill>
            <a:srgbClr val="00BE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800" b="0">
                <a:solidFill>
                  <a:srgbClr val="3E444C"/>
                </a:solidFill>
                <a:latin typeface="Arial"/>
              </a:rPr>
              <a:t>inner 1</a:t>
            </a:r>
          </a:p>
        </p:txBody>
      </p:sp>
      <p:sp>
        <p:nvSpPr>
          <p:cNvPr id="20" name="Rectangle 19"/>
          <p:cNvSpPr/>
          <p:nvPr/>
        </p:nvSpPr>
        <p:spPr>
          <a:xfrm>
            <a:off x="1460754" y="2194560"/>
            <a:ext cx="948689" cy="347472"/>
          </a:xfrm>
          <a:prstGeom prst="rect">
            <a:avLst/>
          </a:prstGeom>
          <a:solidFill>
            <a:srgbClr val="7DC6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800" b="0">
                <a:solidFill>
                  <a:srgbClr val="3E444C"/>
                </a:solidFill>
                <a:latin typeface="Arial"/>
              </a:rPr>
              <a:t>inner 2</a:t>
            </a:r>
          </a:p>
        </p:txBody>
      </p:sp>
      <p:sp>
        <p:nvSpPr>
          <p:cNvPr id="21" name="Rectangle 20"/>
          <p:cNvSpPr/>
          <p:nvPr/>
        </p:nvSpPr>
        <p:spPr>
          <a:xfrm>
            <a:off x="2455163" y="2194560"/>
            <a:ext cx="948689" cy="347472"/>
          </a:xfrm>
          <a:prstGeom prst="rect">
            <a:avLst/>
          </a:prstGeom>
          <a:solidFill>
            <a:srgbClr val="7DC6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800" b="0">
                <a:solidFill>
                  <a:srgbClr val="3E444C"/>
                </a:solidFill>
                <a:latin typeface="Arial"/>
              </a:rPr>
              <a:t>inner 3</a:t>
            </a:r>
          </a:p>
        </p:txBody>
      </p:sp>
      <p:sp>
        <p:nvSpPr>
          <p:cNvPr id="22" name="Rectangle 21"/>
          <p:cNvSpPr/>
          <p:nvPr/>
        </p:nvSpPr>
        <p:spPr>
          <a:xfrm>
            <a:off x="3449574" y="2194560"/>
            <a:ext cx="948689" cy="347472"/>
          </a:xfrm>
          <a:prstGeom prst="rect">
            <a:avLst/>
          </a:prstGeom>
          <a:solidFill>
            <a:srgbClr val="7DC6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800" b="0">
                <a:solidFill>
                  <a:srgbClr val="3E444C"/>
                </a:solidFill>
                <a:latin typeface="Arial"/>
              </a:rPr>
              <a:t>inner 4</a:t>
            </a:r>
          </a:p>
        </p:txBody>
      </p:sp>
      <p:sp>
        <p:nvSpPr>
          <p:cNvPr id="23" name="TextBox 22"/>
          <p:cNvSpPr txBox="1"/>
          <p:nvPr/>
        </p:nvSpPr>
        <p:spPr>
          <a:xfrm>
            <a:off x="466344" y="2578608"/>
            <a:ext cx="3931920" cy="182880"/>
          </a:xfrm>
          <a:prstGeom prst="rect">
            <a:avLst/>
          </a:prstGeom>
          <a:noFill/>
        </p:spPr>
        <p:txBody>
          <a:bodyPr wrap="square">
            <a:spAutoFit/>
          </a:bodyPr>
          <a:lstStyle/>
          <a:p>
            <a:pPr algn="l">
              <a:spcAft>
                <a:spcPts val="400"/>
              </a:spcAft>
            </a:pPr>
            <a:r>
              <a:rPr sz="900" b="0">
                <a:solidFill>
                  <a:srgbClr val="3E444C"/>
                </a:solidFill>
                <a:latin typeface="Arial"/>
              </a:rPr>
              <a:t>features, hyperparameters, early stopping, blend weights</a:t>
            </a:r>
          </a:p>
        </p:txBody>
      </p:sp>
      <p:sp>
        <p:nvSpPr>
          <p:cNvPr id="24" name="Rounded Rectangle 23"/>
          <p:cNvSpPr/>
          <p:nvPr/>
        </p:nvSpPr>
        <p:spPr>
          <a:xfrm>
            <a:off x="466344" y="2852928"/>
            <a:ext cx="3931920" cy="1481328"/>
          </a:xfrm>
          <a:prstGeom prst="roundRect">
            <a:avLst/>
          </a:prstGeom>
          <a:solidFill>
            <a:srgbClr val="FFFFFF"/>
          </a:solidFill>
          <a:ln w="12700">
            <a:solidFill>
              <a:srgbClr val="9F999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spcAft>
                <a:spcPts val="200"/>
              </a:spcAft>
            </a:pPr>
            <a:r>
              <a:rPr sz="1000" b="1">
                <a:solidFill>
                  <a:srgbClr val="00519E"/>
                </a:solidFill>
                <a:latin typeface="Arial"/>
              </a:rPr>
              <a:t>Rules that follow</a:t>
            </a:r>
          </a:p>
          <a:p>
            <a:pPr algn="l">
              <a:spcAft>
                <a:spcPts val="200"/>
              </a:spcAft>
            </a:pPr>
            <a:r>
              <a:rPr sz="1000" b="0">
                <a:solidFill>
                  <a:srgbClr val="3E444C"/>
                </a:solidFill>
                <a:latin typeface="Arial"/>
              </a:rPr>
              <a:t>· Every prefix of one UAV stays in one fold.</a:t>
            </a:r>
          </a:p>
          <a:p>
            <a:pPr algn="l">
              <a:spcAft>
                <a:spcPts val="200"/>
              </a:spcAft>
            </a:pPr>
            <a:r>
              <a:rPr sz="1000" b="0">
                <a:solidFill>
                  <a:srgbClr val="3E444C"/>
                </a:solidFill>
                <a:latin typeface="Arial"/>
              </a:rPr>
              <a:t>· Features use only cycles at or before the cutoff.</a:t>
            </a:r>
          </a:p>
          <a:p>
            <a:pPr algn="l">
              <a:spcAft>
                <a:spcPts val="200"/>
              </a:spcAft>
            </a:pPr>
            <a:r>
              <a:rPr sz="1000" b="0">
                <a:solidFill>
                  <a:srgbClr val="3E444C"/>
                </a:solidFill>
                <a:latin typeface="Arial"/>
              </a:rPr>
              <a:t>· Scalers refitted inside each training partition.</a:t>
            </a:r>
          </a:p>
          <a:p>
            <a:pPr algn="l">
              <a:spcAft>
                <a:spcPts val="200"/>
              </a:spcAft>
            </a:pPr>
            <a:r>
              <a:rPr sz="1000" b="0">
                <a:solidFill>
                  <a:srgbClr val="3E444C"/>
                </a:solidFill>
                <a:latin typeface="Arial"/>
              </a:rPr>
              <a:t>· Each UAV carries total training weight 1.</a:t>
            </a:r>
          </a:p>
          <a:p>
            <a:pPr algn="l">
              <a:spcAft>
                <a:spcPts val="200"/>
              </a:spcAft>
            </a:pPr>
            <a:r>
              <a:rPr sz="1000" b="0">
                <a:solidFill>
                  <a:srgbClr val="3E444C"/>
                </a:solidFill>
                <a:latin typeface="Arial"/>
              </a:rPr>
              <a:t>· Uncertainty resamples whole UAVs, never rows.</a:t>
            </a:r>
          </a:p>
        </p:txBody>
      </p:sp>
      <p:pic>
        <p:nvPicPr>
          <p:cNvPr id="25" name="Picture 24" descr="history_length_ecdf_panel.png"/>
          <p:cNvPicPr>
            <a:picLocks noChangeAspect="1"/>
          </p:cNvPicPr>
          <p:nvPr/>
        </p:nvPicPr>
        <p:blipFill>
          <a:blip r:embed="rId3"/>
          <a:stretch>
            <a:fillRect/>
          </a:stretch>
        </p:blipFill>
        <p:spPr>
          <a:xfrm>
            <a:off x="5256121" y="1188719"/>
            <a:ext cx="2801421" cy="2834640"/>
          </a:xfrm>
          <a:prstGeom prst="rect">
            <a:avLst/>
          </a:prstGeom>
        </p:spPr>
      </p:pic>
      <p:sp>
        <p:nvSpPr>
          <p:cNvPr id="26" name="TextBox 25"/>
          <p:cNvSpPr txBox="1"/>
          <p:nvPr/>
        </p:nvSpPr>
        <p:spPr>
          <a:xfrm>
            <a:off x="466344" y="4535424"/>
            <a:ext cx="8247888" cy="164592"/>
          </a:xfrm>
          <a:prstGeom prst="rect">
            <a:avLst/>
          </a:prstGeom>
          <a:noFill/>
        </p:spPr>
        <p:txBody>
          <a:bodyPr wrap="square">
            <a:spAutoFit/>
          </a:bodyPr>
          <a:lstStyle/>
          <a:p>
            <a:pPr algn="l">
              <a:spcAft>
                <a:spcPts val="400"/>
              </a:spcAft>
            </a:pPr>
            <a:r>
              <a:rPr sz="900" b="0">
                <a:solidFill>
                  <a:srgbClr val="9F9998"/>
                </a:solidFill>
                <a:latin typeface="Arial"/>
              </a:rPr>
              <a:t>Figure: empirical-CDF panel of the repository Phase 0 history-length figure · claims C20-C27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lgn="l">
              <a:spcAft>
                <a:spcPts val="400"/>
              </a:spcAft>
            </a:pPr>
            <a:r>
              <a:rPr sz="1800" b="1">
                <a:solidFill>
                  <a:srgbClr val="3E444C"/>
                </a:solidFill>
                <a:latin typeface="Arial"/>
              </a:rPr>
              <a:t>Decision 1: bounded scenarios and a fitting cap at 125</a:t>
            </a:r>
          </a:p>
        </p:txBody>
      </p:sp>
      <p:sp>
        <p:nvSpPr>
          <p:cNvPr id="3" name="Text Placeholder 2"/>
          <p:cNvSpPr>
            <a:spLocks noGrp="1"/>
          </p:cNvSpPr>
          <p:nvPr>
            <p:ph type="body" idx="13" sz="quarter"/>
          </p:nvPr>
        </p:nvSpPr>
        <p:spPr/>
        <p:txBody>
          <a:bodyPr wrap="square"/>
          <a:lstStyle/>
          <a:p>
            <a:pPr algn="l">
              <a:spcAft>
                <a:spcPts val="400"/>
              </a:spcAft>
            </a:pPr>
            <a:r>
              <a:rPr sz="1400" b="0">
                <a:solidFill>
                  <a:srgbClr val="9F9998"/>
                </a:solidFill>
                <a:latin typeface="Arial"/>
              </a:rPr>
              <a:t>Run 3 → Run 4, +0.30377 public. Blue = ExtraTrees, orange = XGBoost, paired against the control</a:t>
            </a:r>
          </a:p>
        </p:txBody>
      </p:sp>
      <p:sp>
        <p:nvSpPr>
          <p:cNvPr id="7" name="Datumsplatzhalter 6">
            <a:extLst>
              <a:ext uri="{FF2B5EF4-FFF2-40B4-BE49-F238E27FC236}">
                <a16:creationId xmlns:a16="http://schemas.microsoft.com/office/drawing/2014/main" id="{124A6A03-5D2E-417E-9A62-737D1DBC92ED}"/>
              </a:ext>
              <a:ext uri="{C183D7F6-B498-43B3-948B-1728B52AA6E4}">
                <adec:decorative xmlns:adec="http://schemas.microsoft.com/office/drawing/2017/decorative" val="1"/>
              </a:ext>
            </a:extLst>
          </p:cNvPr>
          <p:cNvSpPr>
            <a:spLocks noGrp="1"/>
          </p:cNvSpPr>
          <p:nvPr>
            <p:ph type="dt" sz="half" idx="14"/>
          </p:nvPr>
        </p:nvSpPr>
        <p:spPr>
          <a:xfrm>
            <a:off x="6492240" y="4873752"/>
            <a:ext cx="1737360" cy="146304"/>
          </a:xfrm>
        </p:spPr>
        <p:txBody>
          <a:bodyPr/>
          <a:lstStyle/>
          <a:p>
            <a:pPr algn="r"/>
            <a:r>
              <a:rPr lang="de-DE"/>
              <a:t>8 September 2026</a:t>
            </a:r>
            <a:endParaRPr lang="en-US" dirty="0"/>
          </a:p>
        </p:txBody>
      </p:sp>
      <p:sp>
        <p:nvSpPr>
          <p:cNvPr id="8" name="Fußzeilenplatzhalter 7">
            <a:extLst>
              <a:ext uri="{FF2B5EF4-FFF2-40B4-BE49-F238E27FC236}">
                <a16:creationId xmlns:a16="http://schemas.microsoft.com/office/drawing/2014/main" id="{90427F68-7D65-4111-9D28-F407D044A73B}"/>
              </a:ext>
              <a:ext uri="{C183D7F6-B498-43B3-948B-1728B52AA6E4}">
                <adec:decorative xmlns:adec="http://schemas.microsoft.com/office/drawing/2017/decorative" val="1"/>
              </a:ext>
            </a:extLst>
          </p:cNvPr>
          <p:cNvSpPr>
            <a:spLocks noGrp="1"/>
          </p:cNvSpPr>
          <p:nvPr>
            <p:ph type="ftr" sz="quarter" idx="15"/>
          </p:nvPr>
        </p:nvSpPr>
        <p:spPr/>
        <p:txBody>
          <a:bodyPr/>
          <a:lstStyle/>
          <a:p>
            <a:r>
              <a:rPr lang="en-US"/>
              <a:t>UAV remaining useful life estimation</a:t>
            </a:r>
            <a:endParaRPr lang="en-US" dirty="0"/>
          </a:p>
        </p:txBody>
      </p:sp>
      <p:sp>
        <p:nvSpPr>
          <p:cNvPr id="10" name="Foliennummernplatzhalter 9">
            <a:extLst>
              <a:ext uri="{FF2B5EF4-FFF2-40B4-BE49-F238E27FC236}">
                <a16:creationId xmlns:a16="http://schemas.microsoft.com/office/drawing/2014/main" id="{BC2B8577-8AB8-42B5-8BA8-1751A412246A}"/>
              </a:ext>
              <a:ext uri="{C183D7F6-B498-43B3-948B-1728B52AA6E4}">
                <adec:decorative xmlns:adec="http://schemas.microsoft.com/office/drawing/2017/decorative" val="1"/>
              </a:ext>
            </a:extLst>
          </p:cNvPr>
          <p:cNvSpPr>
            <a:spLocks noGrp="1"/>
          </p:cNvSpPr>
          <p:nvPr>
            <p:ph type="sldNum" sz="quarter" idx="16"/>
          </p:nvPr>
        </p:nvSpPr>
        <p:spPr/>
        <p:txBody>
          <a:bodyPr/>
          <a:lstStyle/>
          <a:p>
            <a:fld id="{9E82CC3C-1DC0-4FDA-9590-6CC506AB67F8}" type="slidenum">
              <a:rPr lang="en-US" smtClean="0"/>
              <a:pPr/>
              <a:t>‹Nr.›</a:t>
            </a:fld>
            <a:endParaRPr lang="en-US" dirty="0"/>
          </a:p>
        </p:txBody>
      </p:sp>
      <p:pic>
        <p:nvPicPr>
          <p:cNvPr id="11" name="Picture 10" descr="pe2_target_scenario_2x2_rmse_panel.png"/>
          <p:cNvPicPr>
            <a:picLocks noChangeAspect="1"/>
          </p:cNvPicPr>
          <p:nvPr/>
        </p:nvPicPr>
        <p:blipFill>
          <a:blip r:embed="rId3"/>
          <a:stretch>
            <a:fillRect/>
          </a:stretch>
        </p:blipFill>
        <p:spPr>
          <a:xfrm>
            <a:off x="466344" y="1264383"/>
            <a:ext cx="8247888" cy="2939345"/>
          </a:xfrm>
          <a:prstGeom prst="rect">
            <a:avLst/>
          </a:prstGeom>
        </p:spPr>
      </p:pic>
      <p:sp>
        <p:nvSpPr>
          <p:cNvPr id="12" name="TextBox 11"/>
          <p:cNvSpPr txBox="1"/>
          <p:nvPr/>
        </p:nvSpPr>
        <p:spPr>
          <a:xfrm>
            <a:off x="466344" y="4535424"/>
            <a:ext cx="8247888" cy="164592"/>
          </a:xfrm>
          <a:prstGeom prst="rect">
            <a:avLst/>
          </a:prstGeom>
          <a:noFill/>
        </p:spPr>
        <p:txBody>
          <a:bodyPr wrap="square">
            <a:spAutoFit/>
          </a:bodyPr>
          <a:lstStyle/>
          <a:p>
            <a:pPr algn="l">
              <a:spcAft>
                <a:spcPts val="400"/>
              </a:spcAft>
            </a:pPr>
            <a:r>
              <a:rPr sz="900" b="0">
                <a:solidFill>
                  <a:srgbClr val="9F9998"/>
                </a:solidFill>
                <a:latin typeface="Arial"/>
              </a:rPr>
              <a:t>Figure: lower panel of the generated PE_2 paired comparison · claims C28-C35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lgn="l">
              <a:spcAft>
                <a:spcPts val="400"/>
              </a:spcAft>
            </a:pPr>
            <a:r>
              <a:rPr sz="1800" b="1">
                <a:solidFill>
                  <a:srgbClr val="3E444C"/>
                </a:solidFill>
                <a:latin typeface="Arial"/>
              </a:rPr>
              <a:t>Decision 2: which engineered features earn their place</a:t>
            </a:r>
          </a:p>
        </p:txBody>
      </p:sp>
      <p:sp>
        <p:nvSpPr>
          <p:cNvPr id="3" name="Text Placeholder 2"/>
          <p:cNvSpPr>
            <a:spLocks noGrp="1"/>
          </p:cNvSpPr>
          <p:nvPr>
            <p:ph type="body" idx="13" sz="quarter"/>
          </p:nvPr>
        </p:nvSpPr>
        <p:spPr/>
        <p:txBody>
          <a:bodyPr wrap="square"/>
          <a:lstStyle/>
          <a:p>
            <a:pPr algn="l">
              <a:spcAft>
                <a:spcPts val="400"/>
              </a:spcAft>
            </a:pPr>
            <a:r>
              <a:rPr sz="1400" b="0">
                <a:solidFill>
                  <a:srgbClr val="9F9998"/>
                </a:solidFill>
                <a:latin typeface="Arial"/>
              </a:rPr>
              <a:t>Blue = ExtraTrees, orange = XGBoost, each treatment paired against the same control</a:t>
            </a:r>
          </a:p>
        </p:txBody>
      </p:sp>
      <p:sp>
        <p:nvSpPr>
          <p:cNvPr id="7" name="Datumsplatzhalter 6">
            <a:extLst>
              <a:ext uri="{FF2B5EF4-FFF2-40B4-BE49-F238E27FC236}">
                <a16:creationId xmlns:a16="http://schemas.microsoft.com/office/drawing/2014/main" id="{124A6A03-5D2E-417E-9A62-737D1DBC92ED}"/>
              </a:ext>
              <a:ext uri="{C183D7F6-B498-43B3-948B-1728B52AA6E4}">
                <adec:decorative xmlns:adec="http://schemas.microsoft.com/office/drawing/2017/decorative" val="1"/>
              </a:ext>
            </a:extLst>
          </p:cNvPr>
          <p:cNvSpPr>
            <a:spLocks noGrp="1"/>
          </p:cNvSpPr>
          <p:nvPr>
            <p:ph type="dt" sz="half" idx="14"/>
          </p:nvPr>
        </p:nvSpPr>
        <p:spPr>
          <a:xfrm>
            <a:off x="6492240" y="4873752"/>
            <a:ext cx="1737360" cy="146304"/>
          </a:xfrm>
        </p:spPr>
        <p:txBody>
          <a:bodyPr/>
          <a:lstStyle/>
          <a:p>
            <a:pPr algn="r"/>
            <a:r>
              <a:rPr lang="de-DE"/>
              <a:t>8 September 2026</a:t>
            </a:r>
            <a:endParaRPr lang="en-US" dirty="0"/>
          </a:p>
        </p:txBody>
      </p:sp>
      <p:sp>
        <p:nvSpPr>
          <p:cNvPr id="8" name="Fußzeilenplatzhalter 7">
            <a:extLst>
              <a:ext uri="{FF2B5EF4-FFF2-40B4-BE49-F238E27FC236}">
                <a16:creationId xmlns:a16="http://schemas.microsoft.com/office/drawing/2014/main" id="{90427F68-7D65-4111-9D28-F407D044A73B}"/>
              </a:ext>
              <a:ext uri="{C183D7F6-B498-43B3-948B-1728B52AA6E4}">
                <adec:decorative xmlns:adec="http://schemas.microsoft.com/office/drawing/2017/decorative" val="1"/>
              </a:ext>
            </a:extLst>
          </p:cNvPr>
          <p:cNvSpPr>
            <a:spLocks noGrp="1"/>
          </p:cNvSpPr>
          <p:nvPr>
            <p:ph type="ftr" sz="quarter" idx="15"/>
          </p:nvPr>
        </p:nvSpPr>
        <p:spPr/>
        <p:txBody>
          <a:bodyPr/>
          <a:lstStyle/>
          <a:p>
            <a:r>
              <a:rPr lang="en-US"/>
              <a:t>UAV remaining useful life estimation</a:t>
            </a:r>
            <a:endParaRPr lang="en-US" dirty="0"/>
          </a:p>
        </p:txBody>
      </p:sp>
      <p:sp>
        <p:nvSpPr>
          <p:cNvPr id="10" name="Foliennummernplatzhalter 9">
            <a:extLst>
              <a:ext uri="{FF2B5EF4-FFF2-40B4-BE49-F238E27FC236}">
                <a16:creationId xmlns:a16="http://schemas.microsoft.com/office/drawing/2014/main" id="{BC2B8577-8AB8-42B5-8BA8-1751A412246A}"/>
              </a:ext>
              <a:ext uri="{C183D7F6-B498-43B3-948B-1728B52AA6E4}">
                <adec:decorative xmlns:adec="http://schemas.microsoft.com/office/drawing/2017/decorative" val="1"/>
              </a:ext>
            </a:extLst>
          </p:cNvPr>
          <p:cNvSpPr>
            <a:spLocks noGrp="1"/>
          </p:cNvSpPr>
          <p:nvPr>
            <p:ph type="sldNum" sz="quarter" idx="16"/>
          </p:nvPr>
        </p:nvSpPr>
        <p:spPr/>
        <p:txBody>
          <a:bodyPr/>
          <a:lstStyle/>
          <a:p>
            <a:fld id="{9E82CC3C-1DC0-4FDA-9590-6CC506AB67F8}" type="slidenum">
              <a:rPr lang="en-US" smtClean="0"/>
              <a:pPr/>
              <a:t>‹Nr.›</a:t>
            </a:fld>
            <a:endParaRPr lang="en-US" dirty="0"/>
          </a:p>
        </p:txBody>
      </p:sp>
      <p:pic>
        <p:nvPicPr>
          <p:cNvPr id="11" name="Picture 10" descr="pe2_signal_family_ablation_rmse_panel.png"/>
          <p:cNvPicPr>
            <a:picLocks noChangeAspect="1"/>
          </p:cNvPicPr>
          <p:nvPr/>
        </p:nvPicPr>
        <p:blipFill>
          <a:blip r:embed="rId3"/>
          <a:stretch>
            <a:fillRect/>
          </a:stretch>
        </p:blipFill>
        <p:spPr>
          <a:xfrm>
            <a:off x="466344" y="1266309"/>
            <a:ext cx="8247888" cy="2935493"/>
          </a:xfrm>
          <a:prstGeom prst="rect">
            <a:avLst/>
          </a:prstGeom>
        </p:spPr>
      </p:pic>
      <p:sp>
        <p:nvSpPr>
          <p:cNvPr id="12" name="TextBox 11"/>
          <p:cNvSpPr txBox="1"/>
          <p:nvPr/>
        </p:nvSpPr>
        <p:spPr>
          <a:xfrm>
            <a:off x="466344" y="4535424"/>
            <a:ext cx="8247888" cy="164592"/>
          </a:xfrm>
          <a:prstGeom prst="rect">
            <a:avLst/>
          </a:prstGeom>
          <a:noFill/>
        </p:spPr>
        <p:txBody>
          <a:bodyPr wrap="square">
            <a:spAutoFit/>
          </a:bodyPr>
          <a:lstStyle/>
          <a:p>
            <a:pPr algn="l">
              <a:spcAft>
                <a:spcPts val="400"/>
              </a:spcAft>
            </a:pPr>
            <a:r>
              <a:rPr sz="900" b="0">
                <a:solidFill>
                  <a:srgbClr val="9F9998"/>
                </a:solidFill>
                <a:latin typeface="Arial"/>
              </a:rPr>
              <a:t>Figure: lower panel of the generated PE_2 paired comparison · claims C36-C42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lgn="l">
              <a:spcAft>
                <a:spcPts val="400"/>
              </a:spcAft>
            </a:pPr>
            <a:r>
              <a:rPr sz="1800" b="1">
                <a:solidFill>
                  <a:srgbClr val="3E444C"/>
                </a:solidFill>
                <a:latin typeface="Arial"/>
              </a:rPr>
              <a:t>Decision 3: the model family, chosen under one locked protocol</a:t>
            </a:r>
          </a:p>
        </p:txBody>
      </p:sp>
      <p:sp>
        <p:nvSpPr>
          <p:cNvPr id="3" name="Text Placeholder 2"/>
          <p:cNvSpPr>
            <a:spLocks noGrp="1"/>
          </p:cNvSpPr>
          <p:nvPr>
            <p:ph type="body" idx="13" sz="quarter"/>
          </p:nvPr>
        </p:nvSpPr>
        <p:spPr/>
        <p:txBody>
          <a:bodyPr wrap="square"/>
          <a:lstStyle/>
          <a:p>
            <a:pPr algn="l">
              <a:spcAft>
                <a:spcPts val="400"/>
              </a:spcAft>
            </a:pPr>
            <a:r>
              <a:rPr sz="1400" b="0">
                <a:solidFill>
                  <a:srgbClr val="9F9998"/>
                </a:solidFill>
                <a:latin typeface="Arial"/>
              </a:rPr>
              <a:t>Twenty locked scenarios, 100 unseen UAVs, three seeds; no result was seen before the protocol froze</a:t>
            </a:r>
          </a:p>
        </p:txBody>
      </p:sp>
      <p:sp>
        <p:nvSpPr>
          <p:cNvPr id="7" name="Datumsplatzhalter 6">
            <a:extLst>
              <a:ext uri="{FF2B5EF4-FFF2-40B4-BE49-F238E27FC236}">
                <a16:creationId xmlns:a16="http://schemas.microsoft.com/office/drawing/2014/main" id="{124A6A03-5D2E-417E-9A62-737D1DBC92ED}"/>
              </a:ext>
              <a:ext uri="{C183D7F6-B498-43B3-948B-1728B52AA6E4}">
                <adec:decorative xmlns:adec="http://schemas.microsoft.com/office/drawing/2017/decorative" val="1"/>
              </a:ext>
            </a:extLst>
          </p:cNvPr>
          <p:cNvSpPr>
            <a:spLocks noGrp="1"/>
          </p:cNvSpPr>
          <p:nvPr>
            <p:ph type="dt" sz="half" idx="14"/>
          </p:nvPr>
        </p:nvSpPr>
        <p:spPr>
          <a:xfrm>
            <a:off x="6492240" y="4873752"/>
            <a:ext cx="1737360" cy="146304"/>
          </a:xfrm>
        </p:spPr>
        <p:txBody>
          <a:bodyPr/>
          <a:lstStyle/>
          <a:p>
            <a:pPr algn="r"/>
            <a:r>
              <a:rPr lang="de-DE"/>
              <a:t>8 September 2026</a:t>
            </a:r>
            <a:endParaRPr lang="en-US" dirty="0"/>
          </a:p>
        </p:txBody>
      </p:sp>
      <p:sp>
        <p:nvSpPr>
          <p:cNvPr id="8" name="Fußzeilenplatzhalter 7">
            <a:extLst>
              <a:ext uri="{FF2B5EF4-FFF2-40B4-BE49-F238E27FC236}">
                <a16:creationId xmlns:a16="http://schemas.microsoft.com/office/drawing/2014/main" id="{90427F68-7D65-4111-9D28-F407D044A73B}"/>
              </a:ext>
              <a:ext uri="{C183D7F6-B498-43B3-948B-1728B52AA6E4}">
                <adec:decorative xmlns:adec="http://schemas.microsoft.com/office/drawing/2017/decorative" val="1"/>
              </a:ext>
            </a:extLst>
          </p:cNvPr>
          <p:cNvSpPr>
            <a:spLocks noGrp="1"/>
          </p:cNvSpPr>
          <p:nvPr>
            <p:ph type="ftr" sz="quarter" idx="15"/>
          </p:nvPr>
        </p:nvSpPr>
        <p:spPr/>
        <p:txBody>
          <a:bodyPr/>
          <a:lstStyle/>
          <a:p>
            <a:r>
              <a:rPr lang="en-US"/>
              <a:t>UAV remaining useful life estimation</a:t>
            </a:r>
            <a:endParaRPr lang="en-US" dirty="0"/>
          </a:p>
        </p:txBody>
      </p:sp>
      <p:sp>
        <p:nvSpPr>
          <p:cNvPr id="10" name="Foliennummernplatzhalter 9">
            <a:extLst>
              <a:ext uri="{FF2B5EF4-FFF2-40B4-BE49-F238E27FC236}">
                <a16:creationId xmlns:a16="http://schemas.microsoft.com/office/drawing/2014/main" id="{BC2B8577-8AB8-42B5-8BA8-1751A412246A}"/>
              </a:ext>
              <a:ext uri="{C183D7F6-B498-43B3-948B-1728B52AA6E4}">
                <adec:decorative xmlns:adec="http://schemas.microsoft.com/office/drawing/2017/decorative" val="1"/>
              </a:ext>
            </a:extLst>
          </p:cNvPr>
          <p:cNvSpPr>
            <a:spLocks noGrp="1"/>
          </p:cNvSpPr>
          <p:nvPr>
            <p:ph type="sldNum" sz="quarter" idx="16"/>
          </p:nvPr>
        </p:nvSpPr>
        <p:spPr/>
        <p:txBody>
          <a:bodyPr/>
          <a:lstStyle/>
          <a:p>
            <a:fld id="{9E82CC3C-1DC0-4FDA-9590-6CC506AB67F8}" type="slidenum">
              <a:rPr lang="en-US" smtClean="0"/>
              <a:pPr/>
              <a:t>‹Nr.›</a:t>
            </a:fld>
            <a:endParaRPr lang="en-US" dirty="0"/>
          </a:p>
        </p:txBody>
      </p:sp>
      <p:pic>
        <p:nvPicPr>
          <p:cNvPr id="11" name="Picture 10" descr="r2_comparison.png"/>
          <p:cNvPicPr>
            <a:picLocks noChangeAspect="1"/>
          </p:cNvPicPr>
          <p:nvPr/>
        </p:nvPicPr>
        <p:blipFill>
          <a:blip r:embed="rId3"/>
          <a:stretch>
            <a:fillRect/>
          </a:stretch>
        </p:blipFill>
        <p:spPr>
          <a:xfrm>
            <a:off x="1693329" y="1005840"/>
            <a:ext cx="5793917" cy="3456432"/>
          </a:xfrm>
          <a:prstGeom prst="rect">
            <a:avLst/>
          </a:prstGeom>
        </p:spPr>
      </p:pic>
      <p:sp>
        <p:nvSpPr>
          <p:cNvPr id="12" name="TextBox 11"/>
          <p:cNvSpPr txBox="1"/>
          <p:nvPr/>
        </p:nvSpPr>
        <p:spPr>
          <a:xfrm>
            <a:off x="466344" y="4535424"/>
            <a:ext cx="8247888" cy="164592"/>
          </a:xfrm>
          <a:prstGeom prst="rect">
            <a:avLst/>
          </a:prstGeom>
          <a:noFill/>
        </p:spPr>
        <p:txBody>
          <a:bodyPr wrap="square">
            <a:spAutoFit/>
          </a:bodyPr>
          <a:lstStyle/>
          <a:p>
            <a:pPr algn="l">
              <a:spcAft>
                <a:spcPts val="400"/>
              </a:spcAft>
            </a:pPr>
            <a:r>
              <a:rPr sz="900" b="0">
                <a:solidFill>
                  <a:srgbClr val="9F9998"/>
                </a:solidFill>
                <a:latin typeface="Arial"/>
              </a:rPr>
              <a:t>Figure: repository architecture study run 5 comparison, unchanged · claims C43-C53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lgn="l">
              <a:spcAft>
                <a:spcPts val="400"/>
              </a:spcAft>
            </a:pPr>
            <a:r>
              <a:rPr sz="1800" b="1">
                <a:solidFill>
                  <a:srgbClr val="3E444C"/>
                </a:solidFill>
                <a:latin typeface="Arial"/>
              </a:rPr>
              <a:t>Decision 4: a cross-fitted residual correction</a:t>
            </a:r>
          </a:p>
        </p:txBody>
      </p:sp>
      <p:sp>
        <p:nvSpPr>
          <p:cNvPr id="3" name="Text Placeholder 2"/>
          <p:cNvSpPr>
            <a:spLocks noGrp="1"/>
          </p:cNvSpPr>
          <p:nvPr>
            <p:ph type="body" idx="13" sz="quarter"/>
          </p:nvPr>
        </p:nvSpPr>
        <p:spPr/>
        <p:txBody>
          <a:bodyPr wrap="square"/>
          <a:lstStyle/>
          <a:p>
            <a:pPr algn="l">
              <a:spcAft>
                <a:spcPts val="400"/>
              </a:spcAft>
            </a:pPr>
            <a:r>
              <a:rPr sz="1400" b="0">
                <a:solidFill>
                  <a:srgbClr val="9F9998"/>
                </a:solidFill>
                <a:latin typeface="Arial"/>
              </a:rPr>
              <a:t>Run 6 → Run 7, +0.00911 public. Averaging six members did not help; learning their residual did</a:t>
            </a:r>
          </a:p>
        </p:txBody>
      </p:sp>
      <p:sp>
        <p:nvSpPr>
          <p:cNvPr id="7" name="Datumsplatzhalter 6">
            <a:extLst>
              <a:ext uri="{FF2B5EF4-FFF2-40B4-BE49-F238E27FC236}">
                <a16:creationId xmlns:a16="http://schemas.microsoft.com/office/drawing/2014/main" id="{124A6A03-5D2E-417E-9A62-737D1DBC92ED}"/>
              </a:ext>
              <a:ext uri="{C183D7F6-B498-43B3-948B-1728B52AA6E4}">
                <adec:decorative xmlns:adec="http://schemas.microsoft.com/office/drawing/2017/decorative" val="1"/>
              </a:ext>
            </a:extLst>
          </p:cNvPr>
          <p:cNvSpPr>
            <a:spLocks noGrp="1"/>
          </p:cNvSpPr>
          <p:nvPr>
            <p:ph type="dt" sz="half" idx="14"/>
          </p:nvPr>
        </p:nvSpPr>
        <p:spPr>
          <a:xfrm>
            <a:off x="6492240" y="4873752"/>
            <a:ext cx="1737360" cy="146304"/>
          </a:xfrm>
        </p:spPr>
        <p:txBody>
          <a:bodyPr/>
          <a:lstStyle/>
          <a:p>
            <a:pPr algn="r"/>
            <a:r>
              <a:rPr lang="de-DE"/>
              <a:t>8 September 2026</a:t>
            </a:r>
            <a:endParaRPr lang="en-US" dirty="0"/>
          </a:p>
        </p:txBody>
      </p:sp>
      <p:sp>
        <p:nvSpPr>
          <p:cNvPr id="8" name="Fußzeilenplatzhalter 7">
            <a:extLst>
              <a:ext uri="{FF2B5EF4-FFF2-40B4-BE49-F238E27FC236}">
                <a16:creationId xmlns:a16="http://schemas.microsoft.com/office/drawing/2014/main" id="{90427F68-7D65-4111-9D28-F407D044A73B}"/>
              </a:ext>
              <a:ext uri="{C183D7F6-B498-43B3-948B-1728B52AA6E4}">
                <adec:decorative xmlns:adec="http://schemas.microsoft.com/office/drawing/2017/decorative" val="1"/>
              </a:ext>
            </a:extLst>
          </p:cNvPr>
          <p:cNvSpPr>
            <a:spLocks noGrp="1"/>
          </p:cNvSpPr>
          <p:nvPr>
            <p:ph type="ftr" sz="quarter" idx="15"/>
          </p:nvPr>
        </p:nvSpPr>
        <p:spPr/>
        <p:txBody>
          <a:bodyPr/>
          <a:lstStyle/>
          <a:p>
            <a:r>
              <a:rPr lang="en-US"/>
              <a:t>UAV remaining useful life estimation</a:t>
            </a:r>
            <a:endParaRPr lang="en-US" dirty="0"/>
          </a:p>
        </p:txBody>
      </p:sp>
      <p:sp>
        <p:nvSpPr>
          <p:cNvPr id="10" name="Foliennummernplatzhalter 9">
            <a:extLst>
              <a:ext uri="{FF2B5EF4-FFF2-40B4-BE49-F238E27FC236}">
                <a16:creationId xmlns:a16="http://schemas.microsoft.com/office/drawing/2014/main" id="{BC2B8577-8AB8-42B5-8BA8-1751A412246A}"/>
              </a:ext>
              <a:ext uri="{C183D7F6-B498-43B3-948B-1728B52AA6E4}">
                <adec:decorative xmlns:adec="http://schemas.microsoft.com/office/drawing/2017/decorative" val="1"/>
              </a:ext>
            </a:extLst>
          </p:cNvPr>
          <p:cNvSpPr>
            <a:spLocks noGrp="1"/>
          </p:cNvSpPr>
          <p:nvPr>
            <p:ph type="sldNum" sz="quarter" idx="16"/>
          </p:nvPr>
        </p:nvSpPr>
        <p:spPr/>
        <p:txBody>
          <a:bodyPr/>
          <a:lstStyle/>
          <a:p>
            <a:fld id="{9E82CC3C-1DC0-4FDA-9590-6CC506AB67F8}" type="slidenum">
              <a:rPr lang="en-US" smtClean="0"/>
              <a:pPr/>
              <a:t>‹Nr.›</a:t>
            </a:fld>
            <a:endParaRPr lang="en-US" dirty="0"/>
          </a:p>
        </p:txBody>
      </p:sp>
      <p:sp>
        <p:nvSpPr>
          <p:cNvPr id="11" name="Rounded Rectangle 10"/>
          <p:cNvSpPr/>
          <p:nvPr/>
        </p:nvSpPr>
        <p:spPr>
          <a:xfrm>
            <a:off x="466344" y="1024128"/>
            <a:ext cx="1609344" cy="365760"/>
          </a:xfrm>
          <a:prstGeom prst="roundRect">
            <a:avLst/>
          </a:prstGeom>
          <a:solidFill>
            <a:srgbClr val="0051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850" b="0">
                <a:solidFill>
                  <a:srgbClr val="FFFFFF"/>
                </a:solidFill>
                <a:latin typeface="Arial"/>
              </a:rPr>
              <a:t>3 × XGBoost</a:t>
            </a:r>
          </a:p>
          <a:p>
            <a:pPr algn="ctr">
              <a:spcAft>
                <a:spcPts val="0"/>
              </a:spcAft>
            </a:pPr>
            <a:r>
              <a:rPr sz="850" b="0">
                <a:solidFill>
                  <a:srgbClr val="FFFFFF"/>
                </a:solidFill>
                <a:latin typeface="Arial"/>
              </a:rPr>
              <a:t>seeds 13/37/73</a:t>
            </a:r>
          </a:p>
        </p:txBody>
      </p:sp>
      <p:sp>
        <p:nvSpPr>
          <p:cNvPr id="12" name="Rounded Rectangle 11"/>
          <p:cNvSpPr/>
          <p:nvPr/>
        </p:nvSpPr>
        <p:spPr>
          <a:xfrm>
            <a:off x="2167128" y="1024128"/>
            <a:ext cx="1609344" cy="365760"/>
          </a:xfrm>
          <a:prstGeom prst="roundRect">
            <a:avLst/>
          </a:prstGeom>
          <a:solidFill>
            <a:srgbClr val="0051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850" b="0">
                <a:solidFill>
                  <a:srgbClr val="FFFFFF"/>
                </a:solidFill>
                <a:latin typeface="Arial"/>
              </a:rPr>
              <a:t>3 × ExtraTrees</a:t>
            </a:r>
          </a:p>
          <a:p>
            <a:pPr algn="ctr">
              <a:spcAft>
                <a:spcPts val="0"/>
              </a:spcAft>
            </a:pPr>
            <a:r>
              <a:rPr sz="850" b="0">
                <a:solidFill>
                  <a:srgbClr val="FFFFFF"/>
                </a:solidFill>
                <a:latin typeface="Arial"/>
              </a:rPr>
              <a:t>seeds 13/37/73</a:t>
            </a:r>
          </a:p>
        </p:txBody>
      </p:sp>
      <p:sp>
        <p:nvSpPr>
          <p:cNvPr id="13" name="Rounded Rectangle 12"/>
          <p:cNvSpPr/>
          <p:nvPr/>
        </p:nvSpPr>
        <p:spPr>
          <a:xfrm>
            <a:off x="466344" y="1444752"/>
            <a:ext cx="1609344" cy="256032"/>
          </a:xfrm>
          <a:prstGeom prst="roundRect">
            <a:avLst/>
          </a:prstGeom>
          <a:solidFill>
            <a:srgbClr val="7DC6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850" b="0">
                <a:solidFill>
                  <a:srgbClr val="3E444C"/>
                </a:solidFill>
                <a:latin typeface="Arial"/>
              </a:rPr>
              <a:t>average</a:t>
            </a:r>
          </a:p>
        </p:txBody>
      </p:sp>
      <p:sp>
        <p:nvSpPr>
          <p:cNvPr id="14" name="Rounded Rectangle 13"/>
          <p:cNvSpPr/>
          <p:nvPr/>
        </p:nvSpPr>
        <p:spPr>
          <a:xfrm>
            <a:off x="2167128" y="1444752"/>
            <a:ext cx="1609344" cy="256032"/>
          </a:xfrm>
          <a:prstGeom prst="roundRect">
            <a:avLst/>
          </a:prstGeom>
          <a:solidFill>
            <a:srgbClr val="7DC6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850" b="0">
                <a:solidFill>
                  <a:srgbClr val="3E444C"/>
                </a:solidFill>
                <a:latin typeface="Arial"/>
              </a:rPr>
              <a:t>average</a:t>
            </a:r>
          </a:p>
        </p:txBody>
      </p:sp>
      <p:sp>
        <p:nvSpPr>
          <p:cNvPr id="15" name="Rounded Rectangle 14"/>
          <p:cNvSpPr/>
          <p:nvPr/>
        </p:nvSpPr>
        <p:spPr>
          <a:xfrm>
            <a:off x="466344" y="1755648"/>
            <a:ext cx="3310128" cy="329184"/>
          </a:xfrm>
          <a:prstGeom prst="roundRect">
            <a:avLst/>
          </a:prstGeom>
          <a:solidFill>
            <a:srgbClr val="00BE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850" b="0">
                <a:solidFill>
                  <a:srgbClr val="3E444C"/>
                </a:solidFill>
                <a:latin typeface="Arial"/>
              </a:rPr>
              <a:t>family blend weight selected on</a:t>
            </a:r>
          </a:p>
          <a:p>
            <a:pPr algn="ctr">
              <a:spcAft>
                <a:spcPts val="0"/>
              </a:spcAft>
            </a:pPr>
            <a:r>
              <a:rPr sz="850" b="0">
                <a:solidFill>
                  <a:srgbClr val="3E444C"/>
                </a:solidFill>
                <a:latin typeface="Arial"/>
              </a:rPr>
              <a:t>training-side data only</a:t>
            </a:r>
          </a:p>
        </p:txBody>
      </p:sp>
      <p:sp>
        <p:nvSpPr>
          <p:cNvPr id="16" name="Rounded Rectangle 15"/>
          <p:cNvSpPr/>
          <p:nvPr/>
        </p:nvSpPr>
        <p:spPr>
          <a:xfrm>
            <a:off x="466344" y="2139696"/>
            <a:ext cx="3310128" cy="256032"/>
          </a:xfrm>
          <a:prstGeom prst="roundRect">
            <a:avLst/>
          </a:prstGeom>
          <a:solidFill>
            <a:srgbClr val="9F99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900" b="1">
                <a:solidFill>
                  <a:srgbClr val="FFFFFF"/>
                </a:solidFill>
                <a:latin typeface="Arial"/>
              </a:rPr>
              <a:t>base prediction</a:t>
            </a:r>
          </a:p>
        </p:txBody>
      </p:sp>
      <p:sp>
        <p:nvSpPr>
          <p:cNvPr id="17" name="Rounded Rectangle 16"/>
          <p:cNvSpPr/>
          <p:nvPr/>
        </p:nvSpPr>
        <p:spPr>
          <a:xfrm>
            <a:off x="466344" y="2450592"/>
            <a:ext cx="3310128" cy="731520"/>
          </a:xfrm>
          <a:prstGeom prst="roundRect">
            <a:avLst/>
          </a:prstGeom>
          <a:solidFill>
            <a:srgbClr val="FFD5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800" b="0">
                <a:solidFill>
                  <a:srgbClr val="3E444C"/>
                </a:solidFill>
                <a:latin typeface="Arial"/>
              </a:rPr>
              <a:t>residual model  (7 leaves, 100 iterations)</a:t>
            </a:r>
          </a:p>
          <a:p>
            <a:pPr algn="ctr">
              <a:spcAft>
                <a:spcPts val="0"/>
              </a:spcAft>
            </a:pPr>
            <a:r>
              <a:rPr sz="800" b="0">
                <a:solidFill>
                  <a:srgbClr val="3E444C"/>
                </a:solidFill>
                <a:latin typeface="Arial"/>
              </a:rPr>
              <a:t>inputs: base prediction · observed history length · member spread and range · family disagreement · 8 sensor baseline-deltas and slopes</a:t>
            </a:r>
          </a:p>
        </p:txBody>
      </p:sp>
      <p:sp>
        <p:nvSpPr>
          <p:cNvPr id="18" name="Rounded Rectangle 17"/>
          <p:cNvSpPr/>
          <p:nvPr/>
        </p:nvSpPr>
        <p:spPr>
          <a:xfrm>
            <a:off x="466344" y="3236976"/>
            <a:ext cx="3310128" cy="292608"/>
          </a:xfrm>
          <a:prstGeom prst="roundRect">
            <a:avLst/>
          </a:prstGeom>
          <a:solidFill>
            <a:srgbClr val="0051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900" b="1">
                <a:solidFill>
                  <a:srgbClr val="FFFFFF"/>
                </a:solidFill>
                <a:latin typeface="Arial"/>
              </a:rPr>
              <a:t>final RUL = max(0, base − residual)</a:t>
            </a:r>
          </a:p>
        </p:txBody>
      </p:sp>
      <p:sp>
        <p:nvSpPr>
          <p:cNvPr id="19" name="Rounded Rectangle 18"/>
          <p:cNvSpPr/>
          <p:nvPr/>
        </p:nvSpPr>
        <p:spPr>
          <a:xfrm>
            <a:off x="466344" y="3584448"/>
            <a:ext cx="3310128" cy="676656"/>
          </a:xfrm>
          <a:prstGeom prst="roundRect">
            <a:avLst/>
          </a:prstGeom>
          <a:solidFill>
            <a:srgbClr val="FFFFFF"/>
          </a:solidFill>
          <a:ln w="12700">
            <a:solidFill>
              <a:srgbClr val="9F999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spcAft>
                <a:spcPts val="0"/>
              </a:spcAft>
            </a:pPr>
            <a:r>
              <a:rPr sz="800" b="0">
                <a:solidFill>
                  <a:srgbClr val="3E444C"/>
                </a:solidFill>
                <a:latin typeface="Arial"/>
              </a:rPr>
              <a:t>Out-of-fold calibration predictions come from models that excluded that UAV; calibration endpoints are filtered to training UAVs. The true future RUL is never an input.</a:t>
            </a:r>
          </a:p>
        </p:txBody>
      </p:sp>
      <p:pic>
        <p:nvPicPr>
          <p:cNvPr id="20" name="Picture 19" descr="bagging_residual_comparison.png"/>
          <p:cNvPicPr>
            <a:picLocks noChangeAspect="1"/>
          </p:cNvPicPr>
          <p:nvPr/>
        </p:nvPicPr>
        <p:blipFill>
          <a:blip r:embed="rId3"/>
          <a:stretch>
            <a:fillRect/>
          </a:stretch>
        </p:blipFill>
        <p:spPr>
          <a:xfrm>
            <a:off x="3995928" y="1154940"/>
            <a:ext cx="4718303" cy="2664454"/>
          </a:xfrm>
          <a:prstGeom prst="rect">
            <a:avLst/>
          </a:prstGeom>
        </p:spPr>
      </p:pic>
      <p:sp>
        <p:nvSpPr>
          <p:cNvPr id="21" name="TextBox 20"/>
          <p:cNvSpPr txBox="1"/>
          <p:nvPr/>
        </p:nvSpPr>
        <p:spPr>
          <a:xfrm>
            <a:off x="3995928" y="3931920"/>
            <a:ext cx="4718303" cy="402336"/>
          </a:xfrm>
          <a:prstGeom prst="rect">
            <a:avLst/>
          </a:prstGeom>
          <a:noFill/>
        </p:spPr>
        <p:txBody>
          <a:bodyPr wrap="square">
            <a:spAutoFit/>
          </a:bodyPr>
          <a:lstStyle/>
          <a:p>
            <a:pPr algn="l">
              <a:spcAft>
                <a:spcPts val="400"/>
              </a:spcAft>
            </a:pPr>
            <a:r>
              <a:rPr sz="850" b="0">
                <a:solidFill>
                  <a:srgbClr val="3E444C"/>
                </a:solidFill>
                <a:latin typeface="Arial"/>
              </a:rPr>
              <a:t>11.5080 → 11.0243 cycles, 4.20% better, 5 of 5 fold wins. Refitted by the Phase 3 Run 7 adapter on all 100 training UAVs.</a:t>
            </a:r>
          </a:p>
        </p:txBody>
      </p:sp>
      <p:sp>
        <p:nvSpPr>
          <p:cNvPr id="22" name="TextBox 21"/>
          <p:cNvSpPr txBox="1"/>
          <p:nvPr/>
        </p:nvSpPr>
        <p:spPr>
          <a:xfrm>
            <a:off x="466344" y="4535424"/>
            <a:ext cx="8247888" cy="164592"/>
          </a:xfrm>
          <a:prstGeom prst="rect">
            <a:avLst/>
          </a:prstGeom>
          <a:noFill/>
        </p:spPr>
        <p:txBody>
          <a:bodyPr wrap="square">
            <a:spAutoFit/>
          </a:bodyPr>
          <a:lstStyle/>
          <a:p>
            <a:pPr algn="l">
              <a:spcAft>
                <a:spcPts val="400"/>
              </a:spcAft>
            </a:pPr>
            <a:r>
              <a:rPr sz="900" b="0">
                <a:solidFill>
                  <a:srgbClr val="9F9998"/>
                </a:solidFill>
                <a:latin typeface="Arial"/>
              </a:rPr>
              <a:t>Figure: repository PE_11 comparison, unchanged · claims C54-C60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lgn="l">
              <a:spcAft>
                <a:spcPts val="400"/>
              </a:spcAft>
            </a:pPr>
            <a:r>
              <a:rPr sz="1800" b="1">
                <a:solidFill>
                  <a:srgbClr val="3E444C"/>
                </a:solidFill>
                <a:latin typeface="Arial"/>
              </a:rPr>
              <a:t>Decision 5: conditional conservative calibration</a:t>
            </a:r>
          </a:p>
        </p:txBody>
      </p:sp>
      <p:sp>
        <p:nvSpPr>
          <p:cNvPr id="3" name="Text Placeholder 2"/>
          <p:cNvSpPr>
            <a:spLocks noGrp="1"/>
          </p:cNvSpPr>
          <p:nvPr>
            <p:ph type="body" idx="13" sz="quarter"/>
          </p:nvPr>
        </p:nvSpPr>
        <p:spPr/>
        <p:txBody>
          <a:bodyPr wrap="square"/>
          <a:lstStyle/>
          <a:p>
            <a:pPr algn="l">
              <a:spcAft>
                <a:spcPts val="400"/>
              </a:spcAft>
            </a:pPr>
            <a:r>
              <a:rPr sz="1400" b="0">
                <a:solidFill>
                  <a:srgbClr val="9F9998"/>
                </a:solidFill>
                <a:latin typeface="Arial"/>
              </a:rPr>
              <a:t>Run 5 → Run 6, +0.00216 public. A monotone trade-off: safety is bought with accuracy</a:t>
            </a:r>
          </a:p>
        </p:txBody>
      </p:sp>
      <p:sp>
        <p:nvSpPr>
          <p:cNvPr id="7" name="Datumsplatzhalter 6">
            <a:extLst>
              <a:ext uri="{FF2B5EF4-FFF2-40B4-BE49-F238E27FC236}">
                <a16:creationId xmlns:a16="http://schemas.microsoft.com/office/drawing/2014/main" id="{124A6A03-5D2E-417E-9A62-737D1DBC92ED}"/>
              </a:ext>
              <a:ext uri="{C183D7F6-B498-43B3-948B-1728B52AA6E4}">
                <adec:decorative xmlns:adec="http://schemas.microsoft.com/office/drawing/2017/decorative" val="1"/>
              </a:ext>
            </a:extLst>
          </p:cNvPr>
          <p:cNvSpPr>
            <a:spLocks noGrp="1"/>
          </p:cNvSpPr>
          <p:nvPr>
            <p:ph type="dt" sz="half" idx="14"/>
          </p:nvPr>
        </p:nvSpPr>
        <p:spPr>
          <a:xfrm>
            <a:off x="6492240" y="4873752"/>
            <a:ext cx="1737360" cy="146304"/>
          </a:xfrm>
        </p:spPr>
        <p:txBody>
          <a:bodyPr/>
          <a:lstStyle/>
          <a:p>
            <a:pPr algn="r"/>
            <a:r>
              <a:rPr lang="de-DE"/>
              <a:t>8 September 2026</a:t>
            </a:r>
            <a:endParaRPr lang="en-US" dirty="0"/>
          </a:p>
        </p:txBody>
      </p:sp>
      <p:sp>
        <p:nvSpPr>
          <p:cNvPr id="8" name="Fußzeilenplatzhalter 7">
            <a:extLst>
              <a:ext uri="{FF2B5EF4-FFF2-40B4-BE49-F238E27FC236}">
                <a16:creationId xmlns:a16="http://schemas.microsoft.com/office/drawing/2014/main" id="{90427F68-7D65-4111-9D28-F407D044A73B}"/>
              </a:ext>
              <a:ext uri="{C183D7F6-B498-43B3-948B-1728B52AA6E4}">
                <adec:decorative xmlns:adec="http://schemas.microsoft.com/office/drawing/2017/decorative" val="1"/>
              </a:ext>
            </a:extLst>
          </p:cNvPr>
          <p:cNvSpPr>
            <a:spLocks noGrp="1"/>
          </p:cNvSpPr>
          <p:nvPr>
            <p:ph type="ftr" sz="quarter" idx="15"/>
          </p:nvPr>
        </p:nvSpPr>
        <p:spPr/>
        <p:txBody>
          <a:bodyPr/>
          <a:lstStyle/>
          <a:p>
            <a:r>
              <a:rPr lang="en-US"/>
              <a:t>UAV remaining useful life estimation</a:t>
            </a:r>
            <a:endParaRPr lang="en-US" dirty="0"/>
          </a:p>
        </p:txBody>
      </p:sp>
      <p:sp>
        <p:nvSpPr>
          <p:cNvPr id="10" name="Foliennummernplatzhalter 9">
            <a:extLst>
              <a:ext uri="{FF2B5EF4-FFF2-40B4-BE49-F238E27FC236}">
                <a16:creationId xmlns:a16="http://schemas.microsoft.com/office/drawing/2014/main" id="{BC2B8577-8AB8-42B5-8BA8-1751A412246A}"/>
              </a:ext>
              <a:ext uri="{C183D7F6-B498-43B3-948B-1728B52AA6E4}">
                <adec:decorative xmlns:adec="http://schemas.microsoft.com/office/drawing/2017/decorative" val="1"/>
              </a:ext>
            </a:extLst>
          </p:cNvPr>
          <p:cNvSpPr>
            <a:spLocks noGrp="1"/>
          </p:cNvSpPr>
          <p:nvPr>
            <p:ph type="sldNum" sz="quarter" idx="16"/>
          </p:nvPr>
        </p:nvSpPr>
        <p:spPr/>
        <p:txBody>
          <a:bodyPr/>
          <a:lstStyle/>
          <a:p>
            <a:fld id="{9E82CC3C-1DC0-4FDA-9590-6CC506AB67F8}" type="slidenum">
              <a:rPr lang="en-US" smtClean="0"/>
              <a:pPr/>
              <a:t>‹Nr.›</a:t>
            </a:fld>
            <a:endParaRPr lang="en-US" dirty="0"/>
          </a:p>
        </p:txBody>
      </p:sp>
      <p:pic>
        <p:nvPicPr>
          <p:cNvPr id="11" name="Picture 10" descr="calibration_tradeoff.png"/>
          <p:cNvPicPr>
            <a:picLocks noChangeAspect="1"/>
          </p:cNvPicPr>
          <p:nvPr/>
        </p:nvPicPr>
        <p:blipFill>
          <a:blip r:embed="rId3"/>
          <a:stretch>
            <a:fillRect/>
          </a:stretch>
        </p:blipFill>
        <p:spPr>
          <a:xfrm>
            <a:off x="1997964" y="1005840"/>
            <a:ext cx="5184647" cy="3456432"/>
          </a:xfrm>
          <a:prstGeom prst="rect">
            <a:avLst/>
          </a:prstGeom>
        </p:spPr>
      </p:pic>
      <p:sp>
        <p:nvSpPr>
          <p:cNvPr id="12" name="TextBox 11"/>
          <p:cNvSpPr txBox="1"/>
          <p:nvPr/>
        </p:nvSpPr>
        <p:spPr>
          <a:xfrm>
            <a:off x="466344" y="4535424"/>
            <a:ext cx="8247888" cy="164592"/>
          </a:xfrm>
          <a:prstGeom prst="rect">
            <a:avLst/>
          </a:prstGeom>
          <a:noFill/>
        </p:spPr>
        <p:txBody>
          <a:bodyPr wrap="square">
            <a:spAutoFit/>
          </a:bodyPr>
          <a:lstStyle/>
          <a:p>
            <a:pPr algn="l">
              <a:spcAft>
                <a:spcPts val="400"/>
              </a:spcAft>
            </a:pPr>
            <a:r>
              <a:rPr sz="900" b="0">
                <a:solidFill>
                  <a:srgbClr val="9F9998"/>
                </a:solidFill>
                <a:latin typeface="Arial"/>
              </a:rPr>
              <a:t>Figure: repository PE_4 trade-off, unchanged · claims C61-C65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lgn="l">
              <a:spcAft>
                <a:spcPts val="400"/>
              </a:spcAft>
            </a:pPr>
            <a:r>
              <a:rPr sz="1800" b="1">
                <a:solidFill>
                  <a:srgbClr val="3E444C"/>
                </a:solidFill>
                <a:latin typeface="Arial"/>
              </a:rPr>
              <a:t>What Run 7 still gets wrong</a:t>
            </a:r>
          </a:p>
        </p:txBody>
      </p:sp>
      <p:sp>
        <p:nvSpPr>
          <p:cNvPr id="3" name="Text Placeholder 2"/>
          <p:cNvSpPr>
            <a:spLocks noGrp="1"/>
          </p:cNvSpPr>
          <p:nvPr>
            <p:ph type="body" idx="13" sz="quarter"/>
          </p:nvPr>
        </p:nvSpPr>
        <p:spPr/>
        <p:txBody>
          <a:bodyPr wrap="square"/>
          <a:lstStyle/>
          <a:p>
            <a:pPr algn="l">
              <a:spcAft>
                <a:spcPts val="400"/>
              </a:spcAft>
            </a:pPr>
            <a:r>
              <a:rPr sz="1400" b="0">
                <a:solidFill>
                  <a:srgbClr val="9F9998"/>
                </a:solidFill>
                <a:latin typeface="Arial"/>
              </a:rPr>
              <a:t>Development out-of-fold predictions: 500 rows, 100 UAVs, 444 distinct endpoints</a:t>
            </a:r>
          </a:p>
        </p:txBody>
      </p:sp>
      <p:sp>
        <p:nvSpPr>
          <p:cNvPr id="7" name="Datumsplatzhalter 6">
            <a:extLst>
              <a:ext uri="{FF2B5EF4-FFF2-40B4-BE49-F238E27FC236}">
                <a16:creationId xmlns:a16="http://schemas.microsoft.com/office/drawing/2014/main" id="{124A6A03-5D2E-417E-9A62-737D1DBC92ED}"/>
              </a:ext>
              <a:ext uri="{C183D7F6-B498-43B3-948B-1728B52AA6E4}">
                <adec:decorative xmlns:adec="http://schemas.microsoft.com/office/drawing/2017/decorative" val="1"/>
              </a:ext>
            </a:extLst>
          </p:cNvPr>
          <p:cNvSpPr>
            <a:spLocks noGrp="1"/>
          </p:cNvSpPr>
          <p:nvPr>
            <p:ph type="dt" sz="half" idx="14"/>
          </p:nvPr>
        </p:nvSpPr>
        <p:spPr>
          <a:xfrm>
            <a:off x="6492240" y="4873752"/>
            <a:ext cx="1737360" cy="146304"/>
          </a:xfrm>
        </p:spPr>
        <p:txBody>
          <a:bodyPr/>
          <a:lstStyle/>
          <a:p>
            <a:pPr algn="r"/>
            <a:r>
              <a:rPr lang="de-DE"/>
              <a:t>8 September 2026</a:t>
            </a:r>
            <a:endParaRPr lang="en-US" dirty="0"/>
          </a:p>
        </p:txBody>
      </p:sp>
      <p:sp>
        <p:nvSpPr>
          <p:cNvPr id="8" name="Fußzeilenplatzhalter 7">
            <a:extLst>
              <a:ext uri="{FF2B5EF4-FFF2-40B4-BE49-F238E27FC236}">
                <a16:creationId xmlns:a16="http://schemas.microsoft.com/office/drawing/2014/main" id="{90427F68-7D65-4111-9D28-F407D044A73B}"/>
              </a:ext>
              <a:ext uri="{C183D7F6-B498-43B3-948B-1728B52AA6E4}">
                <adec:decorative xmlns:adec="http://schemas.microsoft.com/office/drawing/2017/decorative" val="1"/>
              </a:ext>
            </a:extLst>
          </p:cNvPr>
          <p:cNvSpPr>
            <a:spLocks noGrp="1"/>
          </p:cNvSpPr>
          <p:nvPr>
            <p:ph type="ftr" sz="quarter" idx="15"/>
          </p:nvPr>
        </p:nvSpPr>
        <p:spPr/>
        <p:txBody>
          <a:bodyPr/>
          <a:lstStyle/>
          <a:p>
            <a:r>
              <a:rPr lang="en-US"/>
              <a:t>UAV remaining useful life estimation</a:t>
            </a:r>
            <a:endParaRPr lang="en-US" dirty="0"/>
          </a:p>
        </p:txBody>
      </p:sp>
      <p:sp>
        <p:nvSpPr>
          <p:cNvPr id="10" name="Foliennummernplatzhalter 9">
            <a:extLst>
              <a:ext uri="{FF2B5EF4-FFF2-40B4-BE49-F238E27FC236}">
                <a16:creationId xmlns:a16="http://schemas.microsoft.com/office/drawing/2014/main" id="{BC2B8577-8AB8-42B5-8BA8-1751A412246A}"/>
              </a:ext>
              <a:ext uri="{C183D7F6-B498-43B3-948B-1728B52AA6E4}">
                <adec:decorative xmlns:adec="http://schemas.microsoft.com/office/drawing/2017/decorative" val="1"/>
              </a:ext>
            </a:extLst>
          </p:cNvPr>
          <p:cNvSpPr>
            <a:spLocks noGrp="1"/>
          </p:cNvSpPr>
          <p:nvPr>
            <p:ph type="sldNum" sz="quarter" idx="16"/>
          </p:nvPr>
        </p:nvSpPr>
        <p:spPr/>
        <p:txBody>
          <a:bodyPr/>
          <a:lstStyle/>
          <a:p>
            <a:fld id="{9E82CC3C-1DC0-4FDA-9590-6CC506AB67F8}" type="slidenum">
              <a:rPr lang="en-US" smtClean="0"/>
              <a:pPr/>
              <a:t>‹Nr.›</a:t>
            </a:fld>
            <a:endParaRPr lang="en-US" dirty="0"/>
          </a:p>
        </p:txBody>
      </p:sp>
      <p:pic>
        <p:nvPicPr>
          <p:cNvPr id="11" name="Picture 10" descr="development_prediction_scatter.png"/>
          <p:cNvPicPr>
            <a:picLocks noChangeAspect="1"/>
          </p:cNvPicPr>
          <p:nvPr/>
        </p:nvPicPr>
        <p:blipFill>
          <a:blip r:embed="rId3"/>
          <a:stretch>
            <a:fillRect/>
          </a:stretch>
        </p:blipFill>
        <p:spPr>
          <a:xfrm>
            <a:off x="537366" y="1005839"/>
            <a:ext cx="8105843" cy="3456432"/>
          </a:xfrm>
          <a:prstGeom prst="rect">
            <a:avLst/>
          </a:prstGeom>
        </p:spPr>
      </p:pic>
      <p:sp>
        <p:nvSpPr>
          <p:cNvPr id="12" name="TextBox 11"/>
          <p:cNvSpPr txBox="1"/>
          <p:nvPr/>
        </p:nvSpPr>
        <p:spPr>
          <a:xfrm>
            <a:off x="466344" y="4535424"/>
            <a:ext cx="8247888" cy="164592"/>
          </a:xfrm>
          <a:prstGeom prst="rect">
            <a:avLst/>
          </a:prstGeom>
          <a:noFill/>
        </p:spPr>
        <p:txBody>
          <a:bodyPr wrap="square">
            <a:spAutoFit/>
          </a:bodyPr>
          <a:lstStyle/>
          <a:p>
            <a:pPr algn="l">
              <a:spcAft>
                <a:spcPts val="400"/>
              </a:spcAft>
            </a:pPr>
            <a:r>
              <a:rPr sz="900" b="0">
                <a:solidFill>
                  <a:srgbClr val="9F9998"/>
                </a:solidFill>
                <a:latin typeface="Arial"/>
              </a:rPr>
              <a:t>Figure: repository Phase 3 Run 7 report, unchanged · claims C66-C73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lgn="l">
              <a:spcAft>
                <a:spcPts val="400"/>
              </a:spcAft>
            </a:pPr>
            <a:r>
              <a:rPr sz="1800" b="1">
                <a:solidFill>
                  <a:srgbClr val="3E444C"/>
                </a:solidFill>
                <a:latin typeface="Arial"/>
              </a:rPr>
              <a:t>Why the chain stops at 0.87652</a:t>
            </a:r>
          </a:p>
        </p:txBody>
      </p:sp>
      <p:sp>
        <p:nvSpPr>
          <p:cNvPr id="3" name="Text Placeholder 2"/>
          <p:cNvSpPr>
            <a:spLocks noGrp="1"/>
          </p:cNvSpPr>
          <p:nvPr>
            <p:ph type="body" idx="13" sz="quarter"/>
          </p:nvPr>
        </p:nvSpPr>
        <p:spPr/>
        <p:txBody>
          <a:bodyPr wrap="square"/>
          <a:lstStyle/>
          <a:p>
            <a:pPr algn="l">
              <a:spcAft>
                <a:spcPts val="400"/>
              </a:spcAft>
            </a:pPr>
            <a:r>
              <a:rPr sz="1400" b="0">
                <a:solidFill>
                  <a:srgbClr val="9F9998"/>
                </a:solidFill>
                <a:latin typeface="Arial"/>
              </a:rPr>
              <a:t>The strongest post-Run-7 candidate lost its entire gain under a complete nested refit</a:t>
            </a:r>
          </a:p>
        </p:txBody>
      </p:sp>
      <p:sp>
        <p:nvSpPr>
          <p:cNvPr id="7" name="Datumsplatzhalter 6">
            <a:extLst>
              <a:ext uri="{FF2B5EF4-FFF2-40B4-BE49-F238E27FC236}">
                <a16:creationId xmlns:a16="http://schemas.microsoft.com/office/drawing/2014/main" id="{124A6A03-5D2E-417E-9A62-737D1DBC92ED}"/>
              </a:ext>
              <a:ext uri="{C183D7F6-B498-43B3-948B-1728B52AA6E4}">
                <adec:decorative xmlns:adec="http://schemas.microsoft.com/office/drawing/2017/decorative" val="1"/>
              </a:ext>
            </a:extLst>
          </p:cNvPr>
          <p:cNvSpPr>
            <a:spLocks noGrp="1"/>
          </p:cNvSpPr>
          <p:nvPr>
            <p:ph type="dt" sz="half" idx="14"/>
          </p:nvPr>
        </p:nvSpPr>
        <p:spPr>
          <a:xfrm>
            <a:off x="6492240" y="4873752"/>
            <a:ext cx="1737360" cy="146304"/>
          </a:xfrm>
        </p:spPr>
        <p:txBody>
          <a:bodyPr/>
          <a:lstStyle/>
          <a:p>
            <a:pPr algn="r"/>
            <a:r>
              <a:rPr lang="de-DE"/>
              <a:t>8 September 2026</a:t>
            </a:r>
            <a:endParaRPr lang="en-US" dirty="0"/>
          </a:p>
        </p:txBody>
      </p:sp>
      <p:sp>
        <p:nvSpPr>
          <p:cNvPr id="8" name="Fußzeilenplatzhalter 7">
            <a:extLst>
              <a:ext uri="{FF2B5EF4-FFF2-40B4-BE49-F238E27FC236}">
                <a16:creationId xmlns:a16="http://schemas.microsoft.com/office/drawing/2014/main" id="{90427F68-7D65-4111-9D28-F407D044A73B}"/>
              </a:ext>
              <a:ext uri="{C183D7F6-B498-43B3-948B-1728B52AA6E4}">
                <adec:decorative xmlns:adec="http://schemas.microsoft.com/office/drawing/2017/decorative" val="1"/>
              </a:ext>
            </a:extLst>
          </p:cNvPr>
          <p:cNvSpPr>
            <a:spLocks noGrp="1"/>
          </p:cNvSpPr>
          <p:nvPr>
            <p:ph type="ftr" sz="quarter" idx="15"/>
          </p:nvPr>
        </p:nvSpPr>
        <p:spPr/>
        <p:txBody>
          <a:bodyPr/>
          <a:lstStyle/>
          <a:p>
            <a:r>
              <a:rPr lang="en-US"/>
              <a:t>UAV remaining useful life estimation</a:t>
            </a:r>
            <a:endParaRPr lang="en-US" dirty="0"/>
          </a:p>
        </p:txBody>
      </p:sp>
      <p:sp>
        <p:nvSpPr>
          <p:cNvPr id="10" name="Foliennummernplatzhalter 9">
            <a:extLst>
              <a:ext uri="{FF2B5EF4-FFF2-40B4-BE49-F238E27FC236}">
                <a16:creationId xmlns:a16="http://schemas.microsoft.com/office/drawing/2014/main" id="{BC2B8577-8AB8-42B5-8BA8-1751A412246A}"/>
              </a:ext>
              <a:ext uri="{C183D7F6-B498-43B3-948B-1728B52AA6E4}">
                <adec:decorative xmlns:adec="http://schemas.microsoft.com/office/drawing/2017/decorative" val="1"/>
              </a:ext>
            </a:extLst>
          </p:cNvPr>
          <p:cNvSpPr>
            <a:spLocks noGrp="1"/>
          </p:cNvSpPr>
          <p:nvPr>
            <p:ph type="sldNum" sz="quarter" idx="16"/>
          </p:nvPr>
        </p:nvSpPr>
        <p:spPr/>
        <p:txBody>
          <a:bodyPr/>
          <a:lstStyle/>
          <a:p>
            <a:fld id="{9E82CC3C-1DC0-4FDA-9590-6CC506AB67F8}" type="slidenum">
              <a:rPr lang="en-US" smtClean="0"/>
              <a:pPr/>
              <a:t>‹Nr.›</a:t>
            </a:fld>
            <a:endParaRPr lang="en-US" dirty="0"/>
          </a:p>
        </p:txBody>
      </p:sp>
      <p:pic>
        <p:nvPicPr>
          <p:cNvPr id="11" name="Picture 10" descr="pe15_comparison.png"/>
          <p:cNvPicPr>
            <a:picLocks noChangeAspect="1"/>
          </p:cNvPicPr>
          <p:nvPr/>
        </p:nvPicPr>
        <p:blipFill>
          <a:blip r:embed="rId3"/>
          <a:stretch>
            <a:fillRect/>
          </a:stretch>
        </p:blipFill>
        <p:spPr>
          <a:xfrm>
            <a:off x="466344" y="1359408"/>
            <a:ext cx="4709160" cy="2511552"/>
          </a:xfrm>
          <a:prstGeom prst="rect">
            <a:avLst/>
          </a:prstGeom>
        </p:spPr>
      </p:pic>
      <p:sp>
        <p:nvSpPr>
          <p:cNvPr id="12" name="TextBox 11"/>
          <p:cNvSpPr txBox="1"/>
          <p:nvPr/>
        </p:nvSpPr>
        <p:spPr>
          <a:xfrm>
            <a:off x="466344" y="4187952"/>
            <a:ext cx="4709160" cy="219456"/>
          </a:xfrm>
          <a:prstGeom prst="rect">
            <a:avLst/>
          </a:prstGeom>
          <a:noFill/>
        </p:spPr>
        <p:txBody>
          <a:bodyPr wrap="square">
            <a:spAutoFit/>
          </a:bodyPr>
          <a:lstStyle/>
          <a:p>
            <a:pPr algn="l">
              <a:spcAft>
                <a:spcPts val="400"/>
              </a:spcAft>
            </a:pPr>
            <a:r>
              <a:rPr sz="950" b="1">
                <a:solidFill>
                  <a:srgbClr val="00519E"/>
                </a:solidFill>
                <a:latin typeface="Arial"/>
              </a:rPr>
              <a:t>PE_15 screen: 11.02 → 9.59 cycles, −13.0%, 5 of 5 folds</a:t>
            </a:r>
          </a:p>
        </p:txBody>
      </p:sp>
      <p:sp>
        <p:nvSpPr>
          <p:cNvPr id="13" name="TextBox 12"/>
          <p:cNvSpPr txBox="1"/>
          <p:nvPr/>
        </p:nvSpPr>
        <p:spPr>
          <a:xfrm>
            <a:off x="5394960" y="1005840"/>
            <a:ext cx="3319271" cy="201168"/>
          </a:xfrm>
          <a:prstGeom prst="rect">
            <a:avLst/>
          </a:prstGeom>
          <a:noFill/>
        </p:spPr>
        <p:txBody>
          <a:bodyPr wrap="square">
            <a:spAutoFit/>
          </a:bodyPr>
          <a:lstStyle/>
          <a:p>
            <a:pPr algn="l">
              <a:spcAft>
                <a:spcPts val="400"/>
              </a:spcAft>
            </a:pPr>
            <a:r>
              <a:rPr sz="1050" b="1">
                <a:solidFill>
                  <a:srgbClr val="00519E"/>
                </a:solidFill>
                <a:latin typeface="Arial"/>
              </a:rPr>
              <a:t>After Run 7: six candidates, all gated</a:t>
            </a:r>
          </a:p>
        </p:txBody>
      </p:sp>
      <p:graphicFrame>
        <p:nvGraphicFramePr>
          <p:cNvPr id="14" name="Table 13"/>
          <p:cNvGraphicFramePr>
            <a:graphicFrameLocks noGrp="1"/>
          </p:cNvGraphicFramePr>
          <p:nvPr/>
        </p:nvGraphicFramePr>
        <p:xfrm>
          <a:off x="5394960" y="1261872"/>
          <a:ext cx="3273552" cy="1664208"/>
        </p:xfrm>
        <a:graphic>
          <a:graphicData uri="http://schemas.openxmlformats.org/drawingml/2006/table">
            <a:tbl>
              <a:tblPr firstRow="1" bandRow="1">
                <a:tableStyleId>{5C22544A-7EE6-4342-B048-85BDC9FD1C3A}</a:tableStyleId>
              </a:tblPr>
              <a:tblGrid>
                <a:gridCol w="1298448"/>
                <a:gridCol w="758952"/>
                <a:gridCol w="457200"/>
                <a:gridCol w="758952"/>
              </a:tblGrid>
              <a:tr h="237744">
                <a:tc>
                  <a:txBody>
                    <a:bodyPr wrap="square"/>
                    <a:lstStyle/>
                    <a:p>
                      <a:pPr algn="l">
                        <a:spcAft>
                          <a:spcPts val="0"/>
                        </a:spcAft>
                      </a:pPr>
                      <a:r>
                        <a:rPr sz="800" b="1">
                          <a:solidFill>
                            <a:srgbClr val="FFFFFF"/>
                          </a:solidFill>
                          <a:latin typeface="Arial"/>
                        </a:rPr>
                        <a:t>candidate</a:t>
                      </a:r>
                    </a:p>
                  </a:txBody>
                  <a:tcPr anchor="ctr">
                    <a:solidFill>
                      <a:srgbClr val="00519E"/>
                    </a:solidFill>
                  </a:tcPr>
                </a:tc>
                <a:tc>
                  <a:txBody>
                    <a:bodyPr wrap="square"/>
                    <a:lstStyle/>
                    <a:p>
                      <a:pPr algn="l">
                        <a:spcAft>
                          <a:spcPts val="0"/>
                        </a:spcAft>
                      </a:pPr>
                      <a:r>
                        <a:rPr sz="800" b="1">
                          <a:solidFill>
                            <a:srgbClr val="FFFFFF"/>
                          </a:solidFill>
                          <a:latin typeface="Arial"/>
                        </a:rPr>
                        <a:t>mean RMSE</a:t>
                      </a:r>
                    </a:p>
                  </a:txBody>
                  <a:tcPr anchor="ctr">
                    <a:solidFill>
                      <a:srgbClr val="00519E"/>
                    </a:solidFill>
                  </a:tcPr>
                </a:tc>
                <a:tc>
                  <a:txBody>
                    <a:bodyPr wrap="square"/>
                    <a:lstStyle/>
                    <a:p>
                      <a:pPr algn="l">
                        <a:spcAft>
                          <a:spcPts val="0"/>
                        </a:spcAft>
                      </a:pPr>
                      <a:r>
                        <a:rPr sz="800" b="1">
                          <a:solidFill>
                            <a:srgbClr val="FFFFFF"/>
                          </a:solidFill>
                          <a:latin typeface="Arial"/>
                        </a:rPr>
                        <a:t>wins</a:t>
                      </a:r>
                    </a:p>
                  </a:txBody>
                  <a:tcPr anchor="ctr">
                    <a:solidFill>
                      <a:srgbClr val="00519E"/>
                    </a:solidFill>
                  </a:tcPr>
                </a:tc>
                <a:tc>
                  <a:txBody>
                    <a:bodyPr wrap="square"/>
                    <a:lstStyle/>
                    <a:p>
                      <a:pPr algn="l">
                        <a:spcAft>
                          <a:spcPts val="0"/>
                        </a:spcAft>
                      </a:pPr>
                      <a:r>
                        <a:rPr sz="800" b="1">
                          <a:solidFill>
                            <a:srgbClr val="FFFFFF"/>
                          </a:solidFill>
                          <a:latin typeface="Arial"/>
                        </a:rPr>
                        <a:t>outcome</a:t>
                      </a:r>
                    </a:p>
                  </a:txBody>
                  <a:tcPr anchor="ctr">
                    <a:solidFill>
                      <a:srgbClr val="00519E"/>
                    </a:solidFill>
                  </a:tcPr>
                </a:tc>
              </a:tr>
              <a:tr h="237744">
                <a:tc>
                  <a:txBody>
                    <a:bodyPr wrap="square"/>
                    <a:lstStyle/>
                    <a:p>
                      <a:pPr algn="l">
                        <a:spcAft>
                          <a:spcPts val="0"/>
                        </a:spcAft>
                      </a:pPr>
                      <a:r>
                        <a:rPr sz="800" b="0">
                          <a:solidFill>
                            <a:srgbClr val="3E444C"/>
                          </a:solidFill>
                          <a:latin typeface="Arial"/>
                        </a:rPr>
                        <a:t>PE_20  nested refit</a:t>
                      </a:r>
                    </a:p>
                  </a:txBody>
                  <a:tcPr anchor="ctr">
                    <a:solidFill>
                      <a:srgbClr val="ECF4FA"/>
                    </a:solidFill>
                  </a:tcPr>
                </a:tc>
                <a:tc>
                  <a:txBody>
                    <a:bodyPr wrap="square"/>
                    <a:lstStyle/>
                    <a:p>
                      <a:pPr algn="l">
                        <a:spcAft>
                          <a:spcPts val="0"/>
                        </a:spcAft>
                      </a:pPr>
                      <a:r>
                        <a:rPr sz="800" b="0">
                          <a:solidFill>
                            <a:srgbClr val="3E444C"/>
                          </a:solidFill>
                          <a:latin typeface="Arial"/>
                        </a:rPr>
                        <a:t>+1.56% worse</a:t>
                      </a:r>
                    </a:p>
                  </a:txBody>
                  <a:tcPr anchor="ctr">
                    <a:solidFill>
                      <a:srgbClr val="ECF4FA"/>
                    </a:solidFill>
                  </a:tcPr>
                </a:tc>
                <a:tc>
                  <a:txBody>
                    <a:bodyPr wrap="square"/>
                    <a:lstStyle/>
                    <a:p>
                      <a:pPr algn="l">
                        <a:spcAft>
                          <a:spcPts val="0"/>
                        </a:spcAft>
                      </a:pPr>
                      <a:r>
                        <a:rPr sz="800" b="0">
                          <a:solidFill>
                            <a:srgbClr val="3E444C"/>
                          </a:solidFill>
                          <a:latin typeface="Arial"/>
                        </a:rPr>
                        <a:t>2/5</a:t>
                      </a:r>
                    </a:p>
                  </a:txBody>
                  <a:tcPr anchor="ctr">
                    <a:solidFill>
                      <a:srgbClr val="ECF4FA"/>
                    </a:solidFill>
                  </a:tcPr>
                </a:tc>
                <a:tc>
                  <a:txBody>
                    <a:bodyPr wrap="square"/>
                    <a:lstStyle/>
                    <a:p>
                      <a:pPr algn="l">
                        <a:spcAft>
                          <a:spcPts val="0"/>
                        </a:spcAft>
                      </a:pPr>
                      <a:r>
                        <a:rPr sz="800" b="0">
                          <a:solidFill>
                            <a:srgbClr val="3E444C"/>
                          </a:solidFill>
                          <a:latin typeface="Arial"/>
                        </a:rPr>
                        <a:t>rejected</a:t>
                      </a:r>
                    </a:p>
                  </a:txBody>
                  <a:tcPr anchor="ctr">
                    <a:solidFill>
                      <a:srgbClr val="ECF4FA"/>
                    </a:solidFill>
                  </a:tcPr>
                </a:tc>
              </a:tr>
              <a:tr h="237744">
                <a:tc>
                  <a:txBody>
                    <a:bodyPr wrap="square"/>
                    <a:lstStyle/>
                    <a:p>
                      <a:pPr algn="l">
                        <a:spcAft>
                          <a:spcPts val="0"/>
                        </a:spcAft>
                      </a:pPr>
                      <a:r>
                        <a:rPr sz="800" b="0">
                          <a:solidFill>
                            <a:srgbClr val="3E444C"/>
                          </a:solidFill>
                          <a:latin typeface="Arial"/>
                        </a:rPr>
                        <a:t>PE_18  TabPFN blend</a:t>
                      </a:r>
                    </a:p>
                  </a:txBody>
                  <a:tcPr anchor="ctr">
                    <a:solidFill>
                      <a:srgbClr val="FFFFFF"/>
                    </a:solidFill>
                  </a:tcPr>
                </a:tc>
                <a:tc>
                  <a:txBody>
                    <a:bodyPr wrap="square"/>
                    <a:lstStyle/>
                    <a:p>
                      <a:pPr algn="l">
                        <a:spcAft>
                          <a:spcPts val="0"/>
                        </a:spcAft>
                      </a:pPr>
                      <a:r>
                        <a:rPr sz="800" b="0">
                          <a:solidFill>
                            <a:srgbClr val="3E444C"/>
                          </a:solidFill>
                          <a:latin typeface="Arial"/>
                        </a:rPr>
                        <a:t>−1.30%</a:t>
                      </a:r>
                    </a:p>
                  </a:txBody>
                  <a:tcPr anchor="ctr">
                    <a:solidFill>
                      <a:srgbClr val="FFFFFF"/>
                    </a:solidFill>
                  </a:tcPr>
                </a:tc>
                <a:tc>
                  <a:txBody>
                    <a:bodyPr wrap="square"/>
                    <a:lstStyle/>
                    <a:p>
                      <a:pPr algn="l">
                        <a:spcAft>
                          <a:spcPts val="0"/>
                        </a:spcAft>
                      </a:pPr>
                      <a:r>
                        <a:rPr sz="800" b="0">
                          <a:solidFill>
                            <a:srgbClr val="3E444C"/>
                          </a:solidFill>
                          <a:latin typeface="Arial"/>
                        </a:rPr>
                        <a:t>4/5</a:t>
                      </a:r>
                    </a:p>
                  </a:txBody>
                  <a:tcPr anchor="ctr">
                    <a:solidFill>
                      <a:srgbClr val="FFFFFF"/>
                    </a:solidFill>
                  </a:tcPr>
                </a:tc>
                <a:tc>
                  <a:txBody>
                    <a:bodyPr wrap="square"/>
                    <a:lstStyle/>
                    <a:p>
                      <a:pPr algn="l">
                        <a:spcAft>
                          <a:spcPts val="0"/>
                        </a:spcAft>
                      </a:pPr>
                      <a:r>
                        <a:rPr sz="800" b="0">
                          <a:solidFill>
                            <a:srgbClr val="3E444C"/>
                          </a:solidFill>
                          <a:latin typeface="Arial"/>
                        </a:rPr>
                        <a:t>to confirm</a:t>
                      </a:r>
                    </a:p>
                  </a:txBody>
                  <a:tcPr anchor="ctr">
                    <a:solidFill>
                      <a:srgbClr val="FFFFFF"/>
                    </a:solidFill>
                  </a:tcPr>
                </a:tc>
              </a:tr>
              <a:tr h="237744">
                <a:tc>
                  <a:txBody>
                    <a:bodyPr wrap="square"/>
                    <a:lstStyle/>
                    <a:p>
                      <a:pPr algn="l">
                        <a:spcAft>
                          <a:spcPts val="0"/>
                        </a:spcAft>
                      </a:pPr>
                      <a:r>
                        <a:rPr sz="800" b="0">
                          <a:solidFill>
                            <a:srgbClr val="3E444C"/>
                          </a:solidFill>
                          <a:latin typeface="Arial"/>
                        </a:rPr>
                        <a:t>PE_21  two new seeds</a:t>
                      </a:r>
                    </a:p>
                  </a:txBody>
                  <a:tcPr anchor="ctr">
                    <a:solidFill>
                      <a:srgbClr val="ECF4FA"/>
                    </a:solidFill>
                  </a:tcPr>
                </a:tc>
                <a:tc>
                  <a:txBody>
                    <a:bodyPr wrap="square"/>
                    <a:lstStyle/>
                    <a:p>
                      <a:pPr algn="l">
                        <a:spcAft>
                          <a:spcPts val="0"/>
                        </a:spcAft>
                      </a:pPr>
                      <a:r>
                        <a:rPr sz="800" b="0">
                          <a:solidFill>
                            <a:srgbClr val="3E444C"/>
                          </a:solidFill>
                          <a:latin typeface="Arial"/>
                        </a:rPr>
                        <a:t>−1.12%</a:t>
                      </a:r>
                    </a:p>
                  </a:txBody>
                  <a:tcPr anchor="ctr">
                    <a:solidFill>
                      <a:srgbClr val="ECF4FA"/>
                    </a:solidFill>
                  </a:tcPr>
                </a:tc>
                <a:tc>
                  <a:txBody>
                    <a:bodyPr wrap="square"/>
                    <a:lstStyle/>
                    <a:p>
                      <a:pPr algn="l">
                        <a:spcAft>
                          <a:spcPts val="0"/>
                        </a:spcAft>
                      </a:pPr>
                      <a:r>
                        <a:rPr sz="800" b="0">
                          <a:solidFill>
                            <a:srgbClr val="3E444C"/>
                          </a:solidFill>
                          <a:latin typeface="Arial"/>
                        </a:rPr>
                        <a:t>6/10</a:t>
                      </a:r>
                    </a:p>
                  </a:txBody>
                  <a:tcPr anchor="ctr">
                    <a:solidFill>
                      <a:srgbClr val="ECF4FA"/>
                    </a:solidFill>
                  </a:tcPr>
                </a:tc>
                <a:tc>
                  <a:txBody>
                    <a:bodyPr wrap="square"/>
                    <a:lstStyle/>
                    <a:p>
                      <a:pPr algn="l">
                        <a:spcAft>
                          <a:spcPts val="0"/>
                        </a:spcAft>
                      </a:pPr>
                      <a:r>
                        <a:rPr sz="800" b="0">
                          <a:solidFill>
                            <a:srgbClr val="3E444C"/>
                          </a:solidFill>
                          <a:latin typeface="Arial"/>
                        </a:rPr>
                        <a:t>rejected</a:t>
                      </a:r>
                    </a:p>
                  </a:txBody>
                  <a:tcPr anchor="ctr">
                    <a:solidFill>
                      <a:srgbClr val="ECF4FA"/>
                    </a:solidFill>
                  </a:tcPr>
                </a:tc>
              </a:tr>
              <a:tr h="237744">
                <a:tc>
                  <a:txBody>
                    <a:bodyPr wrap="square"/>
                    <a:lstStyle/>
                    <a:p>
                      <a:pPr algn="l">
                        <a:spcAft>
                          <a:spcPts val="0"/>
                        </a:spcAft>
                      </a:pPr>
                      <a:r>
                        <a:rPr sz="800" b="0">
                          <a:solidFill>
                            <a:srgbClr val="3E444C"/>
                          </a:solidFill>
                          <a:latin typeface="Arial"/>
                        </a:rPr>
                        <a:t>PE_24  regime gate</a:t>
                      </a:r>
                    </a:p>
                  </a:txBody>
                  <a:tcPr anchor="ctr">
                    <a:solidFill>
                      <a:srgbClr val="FFFFFF"/>
                    </a:solidFill>
                  </a:tcPr>
                </a:tc>
                <a:tc>
                  <a:txBody>
                    <a:bodyPr wrap="square"/>
                    <a:lstStyle/>
                    <a:p>
                      <a:pPr algn="l">
                        <a:spcAft>
                          <a:spcPts val="0"/>
                        </a:spcAft>
                      </a:pPr>
                      <a:r>
                        <a:rPr sz="800" b="0">
                          <a:solidFill>
                            <a:srgbClr val="3E444C"/>
                          </a:solidFill>
                          <a:latin typeface="Arial"/>
                        </a:rPr>
                        <a:t>−1.90%</a:t>
                      </a:r>
                    </a:p>
                  </a:txBody>
                  <a:tcPr anchor="ctr">
                    <a:solidFill>
                      <a:srgbClr val="FFFFFF"/>
                    </a:solidFill>
                  </a:tcPr>
                </a:tc>
                <a:tc>
                  <a:txBody>
                    <a:bodyPr wrap="square"/>
                    <a:lstStyle/>
                    <a:p>
                      <a:pPr algn="l">
                        <a:spcAft>
                          <a:spcPts val="0"/>
                        </a:spcAft>
                      </a:pPr>
                      <a:r>
                        <a:rPr sz="800" b="0">
                          <a:solidFill>
                            <a:srgbClr val="3E444C"/>
                          </a:solidFill>
                          <a:latin typeface="Arial"/>
                        </a:rPr>
                        <a:t>11/15</a:t>
                      </a:r>
                    </a:p>
                  </a:txBody>
                  <a:tcPr anchor="ctr">
                    <a:solidFill>
                      <a:srgbClr val="FFFFFF"/>
                    </a:solidFill>
                  </a:tcPr>
                </a:tc>
                <a:tc>
                  <a:txBody>
                    <a:bodyPr wrap="square"/>
                    <a:lstStyle/>
                    <a:p>
                      <a:pPr algn="l">
                        <a:spcAft>
                          <a:spcPts val="0"/>
                        </a:spcAft>
                      </a:pPr>
                      <a:r>
                        <a:rPr sz="800" b="0">
                          <a:solidFill>
                            <a:srgbClr val="3E444C"/>
                          </a:solidFill>
                          <a:latin typeface="Arial"/>
                        </a:rPr>
                        <a:t>rejected</a:t>
                      </a:r>
                    </a:p>
                  </a:txBody>
                  <a:tcPr anchor="ctr">
                    <a:solidFill>
                      <a:srgbClr val="FFFFFF"/>
                    </a:solidFill>
                  </a:tcPr>
                </a:tc>
              </a:tr>
              <a:tr h="237744">
                <a:tc>
                  <a:txBody>
                    <a:bodyPr wrap="square"/>
                    <a:lstStyle/>
                    <a:p>
                      <a:pPr algn="l">
                        <a:spcAft>
                          <a:spcPts val="0"/>
                        </a:spcAft>
                      </a:pPr>
                      <a:r>
                        <a:rPr sz="800" b="0">
                          <a:solidFill>
                            <a:srgbClr val="3E444C"/>
                          </a:solidFill>
                          <a:latin typeface="Arial"/>
                        </a:rPr>
                        <a:t>PE_26  short history</a:t>
                      </a:r>
                    </a:p>
                  </a:txBody>
                  <a:tcPr anchor="ctr">
                    <a:solidFill>
                      <a:srgbClr val="ECF4FA"/>
                    </a:solidFill>
                  </a:tcPr>
                </a:tc>
                <a:tc>
                  <a:txBody>
                    <a:bodyPr wrap="square"/>
                    <a:lstStyle/>
                    <a:p>
                      <a:pPr algn="l">
                        <a:spcAft>
                          <a:spcPts val="0"/>
                        </a:spcAft>
                      </a:pPr>
                      <a:r>
                        <a:rPr sz="800" b="0">
                          <a:solidFill>
                            <a:srgbClr val="3E444C"/>
                          </a:solidFill>
                          <a:latin typeface="Arial"/>
                        </a:rPr>
                        <a:t>−0.39%</a:t>
                      </a:r>
                    </a:p>
                  </a:txBody>
                  <a:tcPr anchor="ctr">
                    <a:solidFill>
                      <a:srgbClr val="ECF4FA"/>
                    </a:solidFill>
                  </a:tcPr>
                </a:tc>
                <a:tc>
                  <a:txBody>
                    <a:bodyPr wrap="square"/>
                    <a:lstStyle/>
                    <a:p>
                      <a:pPr algn="l">
                        <a:spcAft>
                          <a:spcPts val="0"/>
                        </a:spcAft>
                      </a:pPr>
                      <a:r>
                        <a:rPr sz="800" b="0">
                          <a:solidFill>
                            <a:srgbClr val="3E444C"/>
                          </a:solidFill>
                          <a:latin typeface="Arial"/>
                        </a:rPr>
                        <a:t>6/15</a:t>
                      </a:r>
                    </a:p>
                  </a:txBody>
                  <a:tcPr anchor="ctr">
                    <a:solidFill>
                      <a:srgbClr val="ECF4FA"/>
                    </a:solidFill>
                  </a:tcPr>
                </a:tc>
                <a:tc>
                  <a:txBody>
                    <a:bodyPr wrap="square"/>
                    <a:lstStyle/>
                    <a:p>
                      <a:pPr algn="l">
                        <a:spcAft>
                          <a:spcPts val="0"/>
                        </a:spcAft>
                      </a:pPr>
                      <a:r>
                        <a:rPr sz="800" b="0">
                          <a:solidFill>
                            <a:srgbClr val="3E444C"/>
                          </a:solidFill>
                          <a:latin typeface="Arial"/>
                        </a:rPr>
                        <a:t>rejected</a:t>
                      </a:r>
                    </a:p>
                  </a:txBody>
                  <a:tcPr anchor="ctr">
                    <a:solidFill>
                      <a:srgbClr val="ECF4FA"/>
                    </a:solidFill>
                  </a:tcPr>
                </a:tc>
              </a:tr>
              <a:tr h="237744">
                <a:tc>
                  <a:txBody>
                    <a:bodyPr wrap="square"/>
                    <a:lstStyle/>
                    <a:p>
                      <a:pPr algn="l">
                        <a:spcAft>
                          <a:spcPts val="0"/>
                        </a:spcAft>
                      </a:pPr>
                      <a:r>
                        <a:rPr sz="800" b="0">
                          <a:solidFill>
                            <a:srgbClr val="3E444C"/>
                          </a:solidFill>
                          <a:latin typeface="Arial"/>
                        </a:rPr>
                        <a:t>PE_27  UAV subsets</a:t>
                      </a:r>
                    </a:p>
                  </a:txBody>
                  <a:tcPr anchor="ctr">
                    <a:solidFill>
                      <a:srgbClr val="FFFFFF"/>
                    </a:solidFill>
                  </a:tcPr>
                </a:tc>
                <a:tc>
                  <a:txBody>
                    <a:bodyPr wrap="square"/>
                    <a:lstStyle/>
                    <a:p>
                      <a:pPr algn="l">
                        <a:spcAft>
                          <a:spcPts val="0"/>
                        </a:spcAft>
                      </a:pPr>
                      <a:r>
                        <a:rPr sz="800" b="0">
                          <a:solidFill>
                            <a:srgbClr val="3E444C"/>
                          </a:solidFill>
                          <a:latin typeface="Arial"/>
                        </a:rPr>
                        <a:t>screen only</a:t>
                      </a:r>
                    </a:p>
                  </a:txBody>
                  <a:tcPr anchor="ctr">
                    <a:solidFill>
                      <a:srgbClr val="FFFFFF"/>
                    </a:solidFill>
                  </a:tcPr>
                </a:tc>
                <a:tc>
                  <a:txBody>
                    <a:bodyPr wrap="square"/>
                    <a:lstStyle/>
                    <a:p>
                      <a:pPr algn="l">
                        <a:spcAft>
                          <a:spcPts val="0"/>
                        </a:spcAft>
                      </a:pPr>
                      <a:r>
                        <a:rPr sz="800" b="0">
                          <a:solidFill>
                            <a:srgbClr val="3E444C"/>
                          </a:solidFill>
                          <a:latin typeface="Arial"/>
                        </a:rPr>
                        <a:t>3/5</a:t>
                      </a:r>
                    </a:p>
                  </a:txBody>
                  <a:tcPr anchor="ctr">
                    <a:solidFill>
                      <a:srgbClr val="FFFFFF"/>
                    </a:solidFill>
                  </a:tcPr>
                </a:tc>
                <a:tc>
                  <a:txBody>
                    <a:bodyPr wrap="square"/>
                    <a:lstStyle/>
                    <a:p>
                      <a:pPr algn="l">
                        <a:spcAft>
                          <a:spcPts val="0"/>
                        </a:spcAft>
                      </a:pPr>
                      <a:r>
                        <a:rPr sz="800" b="0">
                          <a:solidFill>
                            <a:srgbClr val="3E444C"/>
                          </a:solidFill>
                          <a:latin typeface="Arial"/>
                        </a:rPr>
                        <a:t>stopped</a:t>
                      </a:r>
                    </a:p>
                  </a:txBody>
                  <a:tcPr anchor="ctr">
                    <a:solidFill>
                      <a:srgbClr val="FFFFFF"/>
                    </a:solidFill>
                  </a:tcPr>
                </a:tc>
              </a:tr>
            </a:tbl>
          </a:graphicData>
        </a:graphic>
      </p:graphicFrame>
      <p:sp>
        <p:nvSpPr>
          <p:cNvPr id="15" name="Rounded Rectangle 14"/>
          <p:cNvSpPr/>
          <p:nvPr/>
        </p:nvSpPr>
        <p:spPr>
          <a:xfrm>
            <a:off x="5394960" y="3108960"/>
            <a:ext cx="3319271" cy="914400"/>
          </a:xfrm>
          <a:prstGeom prst="roundRect">
            <a:avLst/>
          </a:prstGeom>
          <a:solidFill>
            <a:srgbClr val="FFD5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spcAft>
                <a:spcPts val="0"/>
              </a:spcAft>
            </a:pPr>
            <a:r>
              <a:rPr sz="950" b="0">
                <a:solidFill>
                  <a:srgbClr val="3E444C"/>
                </a:solidFill>
                <a:latin typeface="Arial"/>
              </a:rPr>
              <a:t>Every promotion gate is declared before the run. Nothing passed, so nothing was submitted, so the public score is still 0.87652.</a:t>
            </a:r>
          </a:p>
        </p:txBody>
      </p:sp>
      <p:sp>
        <p:nvSpPr>
          <p:cNvPr id="16" name="TextBox 15"/>
          <p:cNvSpPr txBox="1"/>
          <p:nvPr/>
        </p:nvSpPr>
        <p:spPr>
          <a:xfrm>
            <a:off x="466344" y="4535424"/>
            <a:ext cx="8247888" cy="164592"/>
          </a:xfrm>
          <a:prstGeom prst="rect">
            <a:avLst/>
          </a:prstGeom>
          <a:noFill/>
        </p:spPr>
        <p:txBody>
          <a:bodyPr wrap="square">
            <a:spAutoFit/>
          </a:bodyPr>
          <a:lstStyle/>
          <a:p>
            <a:pPr algn="l">
              <a:spcAft>
                <a:spcPts val="400"/>
              </a:spcAft>
            </a:pPr>
            <a:r>
              <a:rPr sz="900" b="0">
                <a:solidFill>
                  <a:srgbClr val="9F9998"/>
                </a:solidFill>
                <a:latin typeface="Arial"/>
              </a:rPr>
              <a:t>Figure: repository PE_15 comparison, unchanged; later results as numbers · claims C74-C84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lgn="l">
              <a:spcAft>
                <a:spcPts val="400"/>
              </a:spcAft>
            </a:pPr>
            <a:r>
              <a:rPr sz="1800" b="1">
                <a:solidFill>
                  <a:srgbClr val="3E444C"/>
                </a:solidFill>
                <a:latin typeface="Arial"/>
              </a:rPr>
              <a:t>Development performance and public performance</a:t>
            </a:r>
          </a:p>
        </p:txBody>
      </p:sp>
      <p:sp>
        <p:nvSpPr>
          <p:cNvPr id="3" name="Text Placeholder 2"/>
          <p:cNvSpPr>
            <a:spLocks noGrp="1"/>
          </p:cNvSpPr>
          <p:nvPr>
            <p:ph type="body" idx="13" sz="quarter"/>
          </p:nvPr>
        </p:nvSpPr>
        <p:spPr/>
        <p:txBody>
          <a:bodyPr wrap="square"/>
          <a:lstStyle/>
          <a:p>
            <a:pPr algn="l">
              <a:spcAft>
                <a:spcPts val="400"/>
              </a:spcAft>
            </a:pPr>
            <a:r>
              <a:rPr sz="1400" b="0">
                <a:solidFill>
                  <a:srgbClr val="9F9998"/>
                </a:solidFill>
                <a:latin typeface="Arial"/>
              </a:rPr>
              <a:t>Development R² above 0.9; the recorded public score is 0.87652</a:t>
            </a:r>
          </a:p>
        </p:txBody>
      </p:sp>
      <p:sp>
        <p:nvSpPr>
          <p:cNvPr id="7" name="Datumsplatzhalter 6">
            <a:extLst>
              <a:ext uri="{FF2B5EF4-FFF2-40B4-BE49-F238E27FC236}">
                <a16:creationId xmlns:a16="http://schemas.microsoft.com/office/drawing/2014/main" id="{124A6A03-5D2E-417E-9A62-737D1DBC92ED}"/>
              </a:ext>
              <a:ext uri="{C183D7F6-B498-43B3-948B-1728B52AA6E4}">
                <adec:decorative xmlns:adec="http://schemas.microsoft.com/office/drawing/2017/decorative" val="1"/>
              </a:ext>
            </a:extLst>
          </p:cNvPr>
          <p:cNvSpPr>
            <a:spLocks noGrp="1"/>
          </p:cNvSpPr>
          <p:nvPr>
            <p:ph type="dt" sz="half" idx="14"/>
          </p:nvPr>
        </p:nvSpPr>
        <p:spPr>
          <a:xfrm>
            <a:off x="6492240" y="4873752"/>
            <a:ext cx="1737360" cy="146304"/>
          </a:xfrm>
        </p:spPr>
        <p:txBody>
          <a:bodyPr/>
          <a:lstStyle/>
          <a:p>
            <a:pPr algn="r"/>
            <a:r>
              <a:rPr lang="de-DE"/>
              <a:t>8 September 2026</a:t>
            </a:r>
            <a:endParaRPr lang="en-US" dirty="0"/>
          </a:p>
        </p:txBody>
      </p:sp>
      <p:sp>
        <p:nvSpPr>
          <p:cNvPr id="8" name="Fußzeilenplatzhalter 7">
            <a:extLst>
              <a:ext uri="{FF2B5EF4-FFF2-40B4-BE49-F238E27FC236}">
                <a16:creationId xmlns:a16="http://schemas.microsoft.com/office/drawing/2014/main" id="{90427F68-7D65-4111-9D28-F407D044A73B}"/>
              </a:ext>
              <a:ext uri="{C183D7F6-B498-43B3-948B-1728B52AA6E4}">
                <adec:decorative xmlns:adec="http://schemas.microsoft.com/office/drawing/2017/decorative" val="1"/>
              </a:ext>
            </a:extLst>
          </p:cNvPr>
          <p:cNvSpPr>
            <a:spLocks noGrp="1"/>
          </p:cNvSpPr>
          <p:nvPr>
            <p:ph type="ftr" sz="quarter" idx="15"/>
          </p:nvPr>
        </p:nvSpPr>
        <p:spPr/>
        <p:txBody>
          <a:bodyPr/>
          <a:lstStyle/>
          <a:p>
            <a:r>
              <a:rPr lang="en-US"/>
              <a:t>UAV remaining useful life estimation</a:t>
            </a:r>
            <a:endParaRPr lang="en-US" dirty="0"/>
          </a:p>
        </p:txBody>
      </p:sp>
      <p:sp>
        <p:nvSpPr>
          <p:cNvPr id="10" name="Foliennummernplatzhalter 9">
            <a:extLst>
              <a:ext uri="{FF2B5EF4-FFF2-40B4-BE49-F238E27FC236}">
                <a16:creationId xmlns:a16="http://schemas.microsoft.com/office/drawing/2014/main" id="{BC2B8577-8AB8-42B5-8BA8-1751A412246A}"/>
              </a:ext>
              <a:ext uri="{C183D7F6-B498-43B3-948B-1728B52AA6E4}">
                <adec:decorative xmlns:adec="http://schemas.microsoft.com/office/drawing/2017/decorative" val="1"/>
              </a:ext>
            </a:extLst>
          </p:cNvPr>
          <p:cNvSpPr>
            <a:spLocks noGrp="1"/>
          </p:cNvSpPr>
          <p:nvPr>
            <p:ph type="sldNum" sz="quarter" idx="16"/>
          </p:nvPr>
        </p:nvSpPr>
        <p:spPr/>
        <p:txBody>
          <a:bodyPr/>
          <a:lstStyle/>
          <a:p>
            <a:fld id="{9E82CC3C-1DC0-4FDA-9590-6CC506AB67F8}" type="slidenum">
              <a:rPr lang="en-US" smtClean="0"/>
              <a:pPr/>
              <a:t>‹Nr.›</a:t>
            </a:fld>
            <a:endParaRPr lang="en-US" dirty="0"/>
          </a:p>
        </p:txBody>
      </p:sp>
      <p:pic>
        <p:nvPicPr>
          <p:cNvPr id="11" name="Picture 10" descr="development_versus_public.png"/>
          <p:cNvPicPr>
            <a:picLocks noChangeAspect="1"/>
          </p:cNvPicPr>
          <p:nvPr/>
        </p:nvPicPr>
        <p:blipFill>
          <a:blip r:embed="rId3"/>
          <a:stretch>
            <a:fillRect/>
          </a:stretch>
        </p:blipFill>
        <p:spPr>
          <a:xfrm>
            <a:off x="466344" y="1187577"/>
            <a:ext cx="8247888" cy="3092958"/>
          </a:xfrm>
          <a:prstGeom prst="rect">
            <a:avLst/>
          </a:prstGeom>
        </p:spPr>
      </p:pic>
      <p:sp>
        <p:nvSpPr>
          <p:cNvPr id="12" name="TextBox 11"/>
          <p:cNvSpPr txBox="1"/>
          <p:nvPr/>
        </p:nvSpPr>
        <p:spPr>
          <a:xfrm>
            <a:off x="466344" y="4535424"/>
            <a:ext cx="8247888" cy="164592"/>
          </a:xfrm>
          <a:prstGeom prst="rect">
            <a:avLst/>
          </a:prstGeom>
          <a:noFill/>
        </p:spPr>
        <p:txBody>
          <a:bodyPr wrap="square">
            <a:spAutoFit/>
          </a:bodyPr>
          <a:lstStyle/>
          <a:p>
            <a:pPr algn="l">
              <a:spcAft>
                <a:spcPts val="400"/>
              </a:spcAft>
            </a:pPr>
            <a:r>
              <a:rPr sz="900" b="0">
                <a:solidFill>
                  <a:srgbClr val="9F9998"/>
                </a:solidFill>
                <a:latin typeface="Arial"/>
              </a:rPr>
              <a:t>Figure: generated from run_6/run_7 report_summary.json and kaggle_scores.csv · claims C85-C93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lgn="l">
              <a:spcAft>
                <a:spcPts val="400"/>
              </a:spcAft>
            </a:pPr>
            <a:r>
              <a:rPr sz="1800" b="1">
                <a:solidFill>
                  <a:srgbClr val="3E444C"/>
                </a:solidFill>
                <a:latin typeface="Arial"/>
              </a:rPr>
              <a:t>What the next comparison can resolve</a:t>
            </a:r>
          </a:p>
        </p:txBody>
      </p:sp>
      <p:sp>
        <p:nvSpPr>
          <p:cNvPr id="3" name="Text Placeholder 2"/>
          <p:cNvSpPr>
            <a:spLocks noGrp="1"/>
          </p:cNvSpPr>
          <p:nvPr>
            <p:ph type="body" idx="13" sz="quarter"/>
          </p:nvPr>
        </p:nvSpPr>
        <p:spPr/>
        <p:txBody>
          <a:bodyPr wrap="square"/>
          <a:lstStyle/>
          <a:p>
            <a:pPr algn="l">
              <a:spcAft>
                <a:spcPts val="400"/>
              </a:spcAft>
            </a:pPr>
            <a:r>
              <a:rPr sz="1400" b="0">
                <a:solidFill>
                  <a:srgbClr val="9F9998"/>
                </a:solidFill>
                <a:latin typeface="Arial"/>
              </a:rPr>
              <a:t>PE_28: ten feature representations × two model recipes — training started, no winner yet</a:t>
            </a:r>
          </a:p>
        </p:txBody>
      </p:sp>
      <p:sp>
        <p:nvSpPr>
          <p:cNvPr id="7" name="Datumsplatzhalter 6">
            <a:extLst>
              <a:ext uri="{FF2B5EF4-FFF2-40B4-BE49-F238E27FC236}">
                <a16:creationId xmlns:a16="http://schemas.microsoft.com/office/drawing/2014/main" id="{124A6A03-5D2E-417E-9A62-737D1DBC92ED}"/>
              </a:ext>
              <a:ext uri="{C183D7F6-B498-43B3-948B-1728B52AA6E4}">
                <adec:decorative xmlns:adec="http://schemas.microsoft.com/office/drawing/2017/decorative" val="1"/>
              </a:ext>
            </a:extLst>
          </p:cNvPr>
          <p:cNvSpPr>
            <a:spLocks noGrp="1"/>
          </p:cNvSpPr>
          <p:nvPr>
            <p:ph type="dt" sz="half" idx="14"/>
          </p:nvPr>
        </p:nvSpPr>
        <p:spPr>
          <a:xfrm>
            <a:off x="6492240" y="4873752"/>
            <a:ext cx="1737360" cy="146304"/>
          </a:xfrm>
        </p:spPr>
        <p:txBody>
          <a:bodyPr/>
          <a:lstStyle/>
          <a:p>
            <a:pPr algn="r"/>
            <a:r>
              <a:rPr lang="de-DE"/>
              <a:t>8 September 2026</a:t>
            </a:r>
            <a:endParaRPr lang="en-US" dirty="0"/>
          </a:p>
        </p:txBody>
      </p:sp>
      <p:sp>
        <p:nvSpPr>
          <p:cNvPr id="8" name="Fußzeilenplatzhalter 7">
            <a:extLst>
              <a:ext uri="{FF2B5EF4-FFF2-40B4-BE49-F238E27FC236}">
                <a16:creationId xmlns:a16="http://schemas.microsoft.com/office/drawing/2014/main" id="{90427F68-7D65-4111-9D28-F407D044A73B}"/>
              </a:ext>
              <a:ext uri="{C183D7F6-B498-43B3-948B-1728B52AA6E4}">
                <adec:decorative xmlns:adec="http://schemas.microsoft.com/office/drawing/2017/decorative" val="1"/>
              </a:ext>
            </a:extLst>
          </p:cNvPr>
          <p:cNvSpPr>
            <a:spLocks noGrp="1"/>
          </p:cNvSpPr>
          <p:nvPr>
            <p:ph type="ftr" sz="quarter" idx="15"/>
          </p:nvPr>
        </p:nvSpPr>
        <p:spPr/>
        <p:txBody>
          <a:bodyPr/>
          <a:lstStyle/>
          <a:p>
            <a:r>
              <a:rPr lang="en-US"/>
              <a:t>UAV remaining useful life estimation</a:t>
            </a:r>
            <a:endParaRPr lang="en-US" dirty="0"/>
          </a:p>
        </p:txBody>
      </p:sp>
      <p:sp>
        <p:nvSpPr>
          <p:cNvPr id="10" name="Foliennummernplatzhalter 9">
            <a:extLst>
              <a:ext uri="{FF2B5EF4-FFF2-40B4-BE49-F238E27FC236}">
                <a16:creationId xmlns:a16="http://schemas.microsoft.com/office/drawing/2014/main" id="{BC2B8577-8AB8-42B5-8BA8-1751A412246A}"/>
              </a:ext>
              <a:ext uri="{C183D7F6-B498-43B3-948B-1728B52AA6E4}">
                <adec:decorative xmlns:adec="http://schemas.microsoft.com/office/drawing/2017/decorative" val="1"/>
              </a:ext>
            </a:extLst>
          </p:cNvPr>
          <p:cNvSpPr>
            <a:spLocks noGrp="1"/>
          </p:cNvSpPr>
          <p:nvPr>
            <p:ph type="sldNum" sz="quarter" idx="16"/>
          </p:nvPr>
        </p:nvSpPr>
        <p:spPr/>
        <p:txBody>
          <a:bodyPr/>
          <a:lstStyle/>
          <a:p>
            <a:fld id="{9E82CC3C-1DC0-4FDA-9590-6CC506AB67F8}" type="slidenum">
              <a:rPr lang="en-US" smtClean="0"/>
              <a:pPr/>
              <a:t>‹Nr.›</a:t>
            </a:fld>
            <a:endParaRPr lang="en-US" dirty="0"/>
          </a:p>
        </p:txBody>
      </p:sp>
      <p:graphicFrame>
        <p:nvGraphicFramePr>
          <p:cNvPr id="11" name="Table 10"/>
          <p:cNvGraphicFramePr>
            <a:graphicFrameLocks noGrp="1"/>
          </p:cNvGraphicFramePr>
          <p:nvPr/>
        </p:nvGraphicFramePr>
        <p:xfrm>
          <a:off x="466344" y="1078992"/>
          <a:ext cx="5257800" cy="2363724"/>
        </p:xfrm>
        <a:graphic>
          <a:graphicData uri="http://schemas.openxmlformats.org/drawingml/2006/table">
            <a:tbl>
              <a:tblPr firstRow="1" bandRow="1">
                <a:tableStyleId>{5C22544A-7EE6-4342-B048-85BDC9FD1C3A}</a:tableStyleId>
              </a:tblPr>
              <a:tblGrid>
                <a:gridCol w="1417320"/>
                <a:gridCol w="713232"/>
                <a:gridCol w="3127248"/>
              </a:tblGrid>
              <a:tr h="214884">
                <a:tc>
                  <a:txBody>
                    <a:bodyPr wrap="square"/>
                    <a:lstStyle/>
                    <a:p>
                      <a:pPr algn="l">
                        <a:spcAft>
                          <a:spcPts val="0"/>
                        </a:spcAft>
                      </a:pPr>
                      <a:r>
                        <a:rPr sz="900" b="1">
                          <a:solidFill>
                            <a:srgbClr val="FFFFFF"/>
                          </a:solidFill>
                          <a:latin typeface="Arial"/>
                        </a:rPr>
                        <a:t>feature set</a:t>
                      </a:r>
                    </a:p>
                  </a:txBody>
                  <a:tcPr anchor="ctr">
                    <a:solidFill>
                      <a:srgbClr val="00519E"/>
                    </a:solidFill>
                  </a:tcPr>
                </a:tc>
                <a:tc>
                  <a:txBody>
                    <a:bodyPr wrap="square"/>
                    <a:lstStyle/>
                    <a:p>
                      <a:pPr algn="l">
                        <a:spcAft>
                          <a:spcPts val="0"/>
                        </a:spcAft>
                      </a:pPr>
                      <a:r>
                        <a:rPr sz="900" b="1">
                          <a:solidFill>
                            <a:srgbClr val="FFFFFF"/>
                          </a:solidFill>
                          <a:latin typeface="Arial"/>
                        </a:rPr>
                        <a:t>features</a:t>
                      </a:r>
                    </a:p>
                  </a:txBody>
                  <a:tcPr anchor="ctr">
                    <a:solidFill>
                      <a:srgbClr val="00519E"/>
                    </a:solidFill>
                  </a:tcPr>
                </a:tc>
                <a:tc>
                  <a:txBody>
                    <a:bodyPr wrap="square"/>
                    <a:lstStyle/>
                    <a:p>
                      <a:pPr algn="l">
                        <a:spcAft>
                          <a:spcPts val="0"/>
                        </a:spcAft>
                      </a:pPr>
                      <a:r>
                        <a:rPr sz="900" b="1">
                          <a:solidFill>
                            <a:srgbClr val="FFFFFF"/>
                          </a:solidFill>
                          <a:latin typeface="Arial"/>
                        </a:rPr>
                        <a:t>what it varies</a:t>
                      </a:r>
                    </a:p>
                  </a:txBody>
                  <a:tcPr anchor="ctr">
                    <a:solidFill>
                      <a:srgbClr val="00519E"/>
                    </a:solidFill>
                  </a:tcPr>
                </a:tc>
              </a:tr>
              <a:tr h="214884">
                <a:tc>
                  <a:txBody>
                    <a:bodyPr wrap="square"/>
                    <a:lstStyle/>
                    <a:p>
                      <a:pPr algn="l">
                        <a:spcAft>
                          <a:spcPts val="0"/>
                        </a:spcAft>
                      </a:pPr>
                      <a:r>
                        <a:rPr sz="900" b="1">
                          <a:solidFill>
                            <a:srgbClr val="00519E"/>
                          </a:solidFill>
                          <a:latin typeface="Arial"/>
                        </a:rPr>
                        <a:t>A_current</a:t>
                      </a:r>
                    </a:p>
                  </a:txBody>
                  <a:tcPr anchor="ctr">
                    <a:solidFill>
                      <a:srgbClr val="ECF4FA"/>
                    </a:solidFill>
                  </a:tcPr>
                </a:tc>
                <a:tc>
                  <a:txBody>
                    <a:bodyPr wrap="square"/>
                    <a:lstStyle/>
                    <a:p>
                      <a:pPr algn="l">
                        <a:spcAft>
                          <a:spcPts val="0"/>
                        </a:spcAft>
                      </a:pPr>
                      <a:r>
                        <a:rPr sz="900" b="1">
                          <a:solidFill>
                            <a:srgbClr val="00519E"/>
                          </a:solidFill>
                          <a:latin typeface="Arial"/>
                        </a:rPr>
                        <a:t>298</a:t>
                      </a:r>
                    </a:p>
                  </a:txBody>
                  <a:tcPr anchor="ctr">
                    <a:solidFill>
                      <a:srgbClr val="ECF4FA"/>
                    </a:solidFill>
                  </a:tcPr>
                </a:tc>
                <a:tc>
                  <a:txBody>
                    <a:bodyPr wrap="square"/>
                    <a:lstStyle/>
                    <a:p>
                      <a:pPr algn="l">
                        <a:spcAft>
                          <a:spcPts val="0"/>
                        </a:spcAft>
                      </a:pPr>
                      <a:r>
                        <a:rPr sz="900" b="1">
                          <a:solidFill>
                            <a:srgbClr val="00519E"/>
                          </a:solidFill>
                          <a:latin typeface="Arial"/>
                        </a:rPr>
                        <a:t>current pipeline representation (control)</a:t>
                      </a:r>
                    </a:p>
                  </a:txBody>
                  <a:tcPr anchor="ctr">
                    <a:solidFill>
                      <a:srgbClr val="ECF4FA"/>
                    </a:solidFill>
                  </a:tcPr>
                </a:tc>
              </a:tr>
              <a:tr h="214884">
                <a:tc>
                  <a:txBody>
                    <a:bodyPr wrap="square"/>
                    <a:lstStyle/>
                    <a:p>
                      <a:pPr algn="l">
                        <a:spcAft>
                          <a:spcPts val="0"/>
                        </a:spcAft>
                      </a:pPr>
                      <a:r>
                        <a:rPr sz="900" b="0">
                          <a:solidFill>
                            <a:srgbClr val="3E444C"/>
                          </a:solidFill>
                          <a:latin typeface="Arial"/>
                        </a:rPr>
                        <a:t>B_other</a:t>
                      </a:r>
                    </a:p>
                  </a:txBody>
                  <a:tcPr anchor="ctr">
                    <a:solidFill>
                      <a:srgbClr val="FFFFFF"/>
                    </a:solidFill>
                  </a:tcPr>
                </a:tc>
                <a:tc>
                  <a:txBody>
                    <a:bodyPr wrap="square"/>
                    <a:lstStyle/>
                    <a:p>
                      <a:pPr algn="l">
                        <a:spcAft>
                          <a:spcPts val="0"/>
                        </a:spcAft>
                      </a:pPr>
                      <a:r>
                        <a:rPr sz="900" b="0">
                          <a:solidFill>
                            <a:srgbClr val="3E444C"/>
                          </a:solidFill>
                          <a:latin typeface="Arial"/>
                        </a:rPr>
                        <a:t>266</a:t>
                      </a:r>
                    </a:p>
                  </a:txBody>
                  <a:tcPr anchor="ctr">
                    <a:solidFill>
                      <a:srgbClr val="FFFFFF"/>
                    </a:solidFill>
                  </a:tcPr>
                </a:tc>
                <a:tc>
                  <a:txBody>
                    <a:bodyPr wrap="square"/>
                    <a:lstStyle/>
                    <a:p>
                      <a:pPr algn="l">
                        <a:spcAft>
                          <a:spcPts val="0"/>
                        </a:spcAft>
                      </a:pPr>
                      <a:r>
                        <a:rPr sz="900" b="0">
                          <a:solidFill>
                            <a:srgbClr val="3E444C"/>
                          </a:solidFill>
                          <a:latin typeface="Arial"/>
                        </a:rPr>
                        <a:t>alternative script: 22 sensors, simpler summaries</a:t>
                      </a:r>
                    </a:p>
                  </a:txBody>
                  <a:tcPr anchor="ctr">
                    <a:solidFill>
                      <a:srgbClr val="FFFFFF"/>
                    </a:solidFill>
                  </a:tcPr>
                </a:tc>
              </a:tr>
              <a:tr h="214884">
                <a:tc>
                  <a:txBody>
                    <a:bodyPr wrap="square"/>
                    <a:lstStyle/>
                    <a:p>
                      <a:pPr algn="l">
                        <a:spcAft>
                          <a:spcPts val="0"/>
                        </a:spcAft>
                      </a:pPr>
                      <a:r>
                        <a:rPr sz="900" b="0">
                          <a:solidFill>
                            <a:srgbClr val="3E444C"/>
                          </a:solidFill>
                          <a:latin typeface="Arial"/>
                        </a:rPr>
                        <a:t>C_other_14</a:t>
                      </a:r>
                    </a:p>
                  </a:txBody>
                  <a:tcPr anchor="ctr">
                    <a:solidFill>
                      <a:srgbClr val="ECF4FA"/>
                    </a:solidFill>
                  </a:tcPr>
                </a:tc>
                <a:tc>
                  <a:txBody>
                    <a:bodyPr wrap="square"/>
                    <a:lstStyle/>
                    <a:p>
                      <a:pPr algn="l">
                        <a:spcAft>
                          <a:spcPts val="0"/>
                        </a:spcAft>
                      </a:pPr>
                      <a:r>
                        <a:rPr sz="900" b="0">
                          <a:solidFill>
                            <a:srgbClr val="3E444C"/>
                          </a:solidFill>
                          <a:latin typeface="Arial"/>
                        </a:rPr>
                        <a:t>170</a:t>
                      </a:r>
                    </a:p>
                  </a:txBody>
                  <a:tcPr anchor="ctr">
                    <a:solidFill>
                      <a:srgbClr val="ECF4FA"/>
                    </a:solidFill>
                  </a:tcPr>
                </a:tc>
                <a:tc>
                  <a:txBody>
                    <a:bodyPr wrap="square"/>
                    <a:lstStyle/>
                    <a:p>
                      <a:pPr algn="l">
                        <a:spcAft>
                          <a:spcPts val="0"/>
                        </a:spcAft>
                      </a:pPr>
                      <a:r>
                        <a:rPr sz="900" b="0">
                          <a:solidFill>
                            <a:srgbClr val="3E444C"/>
                          </a:solidFill>
                          <a:latin typeface="Arial"/>
                        </a:rPr>
                        <a:t>alternative summaries on 14 sensors</a:t>
                      </a:r>
                    </a:p>
                  </a:txBody>
                  <a:tcPr anchor="ctr">
                    <a:solidFill>
                      <a:srgbClr val="ECF4FA"/>
                    </a:solidFill>
                  </a:tcPr>
                </a:tc>
              </a:tr>
              <a:tr h="214884">
                <a:tc>
                  <a:txBody>
                    <a:bodyPr wrap="square"/>
                    <a:lstStyle/>
                    <a:p>
                      <a:pPr algn="l">
                        <a:spcAft>
                          <a:spcPts val="0"/>
                        </a:spcAft>
                      </a:pPr>
                      <a:r>
                        <a:rPr sz="900" b="0">
                          <a:solidFill>
                            <a:srgbClr val="3E444C"/>
                          </a:solidFill>
                          <a:latin typeface="Arial"/>
                        </a:rPr>
                        <a:t>D_long_windows</a:t>
                      </a:r>
                    </a:p>
                  </a:txBody>
                  <a:tcPr anchor="ctr">
                    <a:solidFill>
                      <a:srgbClr val="FFFFFF"/>
                    </a:solidFill>
                  </a:tcPr>
                </a:tc>
                <a:tc>
                  <a:txBody>
                    <a:bodyPr wrap="square"/>
                    <a:lstStyle/>
                    <a:p>
                      <a:pPr algn="l">
                        <a:spcAft>
                          <a:spcPts val="0"/>
                        </a:spcAft>
                      </a:pPr>
                      <a:r>
                        <a:rPr sz="900" b="0">
                          <a:solidFill>
                            <a:srgbClr val="3E444C"/>
                          </a:solidFill>
                          <a:latin typeface="Arial"/>
                        </a:rPr>
                        <a:t>266</a:t>
                      </a:r>
                    </a:p>
                  </a:txBody>
                  <a:tcPr anchor="ctr">
                    <a:solidFill>
                      <a:srgbClr val="FFFFFF"/>
                    </a:solidFill>
                  </a:tcPr>
                </a:tc>
                <a:tc>
                  <a:txBody>
                    <a:bodyPr wrap="square"/>
                    <a:lstStyle/>
                    <a:p>
                      <a:pPr algn="l">
                        <a:spcAft>
                          <a:spcPts val="0"/>
                        </a:spcAft>
                      </a:pPr>
                      <a:r>
                        <a:rPr sz="900" b="0">
                          <a:solidFill>
                            <a:srgbClr val="3E444C"/>
                          </a:solidFill>
                          <a:latin typeface="Arial"/>
                        </a:rPr>
                        <a:t>longer trailing windows</a:t>
                      </a:r>
                    </a:p>
                  </a:txBody>
                  <a:tcPr anchor="ctr">
                    <a:solidFill>
                      <a:srgbClr val="FFFFFF"/>
                    </a:solidFill>
                  </a:tcPr>
                </a:tc>
              </a:tr>
              <a:tr h="214884">
                <a:tc>
                  <a:txBody>
                    <a:bodyPr wrap="square"/>
                    <a:lstStyle/>
                    <a:p>
                      <a:pPr algn="l">
                        <a:spcAft>
                          <a:spcPts val="0"/>
                        </a:spcAft>
                      </a:pPr>
                      <a:r>
                        <a:rPr sz="900" b="0">
                          <a:solidFill>
                            <a:srgbClr val="3E444C"/>
                          </a:solidFill>
                          <a:latin typeface="Arial"/>
                        </a:rPr>
                        <a:t>E_compact_22</a:t>
                      </a:r>
                    </a:p>
                  </a:txBody>
                  <a:tcPr anchor="ctr">
                    <a:solidFill>
                      <a:srgbClr val="ECF4FA"/>
                    </a:solidFill>
                  </a:tcPr>
                </a:tc>
                <a:tc>
                  <a:txBody>
                    <a:bodyPr wrap="square"/>
                    <a:lstStyle/>
                    <a:p>
                      <a:pPr algn="l">
                        <a:spcAft>
                          <a:spcPts val="0"/>
                        </a:spcAft>
                      </a:pPr>
                      <a:r>
                        <a:rPr sz="900" b="0">
                          <a:solidFill>
                            <a:srgbClr val="3E444C"/>
                          </a:solidFill>
                          <a:latin typeface="Arial"/>
                        </a:rPr>
                        <a:t>134</a:t>
                      </a:r>
                    </a:p>
                  </a:txBody>
                  <a:tcPr anchor="ctr">
                    <a:solidFill>
                      <a:srgbClr val="ECF4FA"/>
                    </a:solidFill>
                  </a:tcPr>
                </a:tc>
                <a:tc>
                  <a:txBody>
                    <a:bodyPr wrap="square"/>
                    <a:lstStyle/>
                    <a:p>
                      <a:pPr algn="l">
                        <a:spcAft>
                          <a:spcPts val="0"/>
                        </a:spcAft>
                      </a:pPr>
                      <a:r>
                        <a:rPr sz="900" b="0">
                          <a:solidFill>
                            <a:srgbClr val="3E444C"/>
                          </a:solidFill>
                          <a:latin typeface="Arial"/>
                        </a:rPr>
                        <a:t>compact summaries, 22 sensors</a:t>
                      </a:r>
                    </a:p>
                  </a:txBody>
                  <a:tcPr anchor="ctr">
                    <a:solidFill>
                      <a:srgbClr val="ECF4FA"/>
                    </a:solidFill>
                  </a:tcPr>
                </a:tc>
              </a:tr>
              <a:tr h="214884">
                <a:tc>
                  <a:txBody>
                    <a:bodyPr wrap="square"/>
                    <a:lstStyle/>
                    <a:p>
                      <a:pPr algn="l">
                        <a:spcAft>
                          <a:spcPts val="0"/>
                        </a:spcAft>
                      </a:pPr>
                      <a:r>
                        <a:rPr sz="900" b="0">
                          <a:solidFill>
                            <a:srgbClr val="3E444C"/>
                          </a:solidFill>
                          <a:latin typeface="Arial"/>
                        </a:rPr>
                        <a:t>F_baseline_10</a:t>
                      </a:r>
                    </a:p>
                  </a:txBody>
                  <a:tcPr anchor="ctr">
                    <a:solidFill>
                      <a:srgbClr val="FFFFFF"/>
                    </a:solidFill>
                  </a:tcPr>
                </a:tc>
                <a:tc>
                  <a:txBody>
                    <a:bodyPr wrap="square"/>
                    <a:lstStyle/>
                    <a:p>
                      <a:pPr algn="l">
                        <a:spcAft>
                          <a:spcPts val="0"/>
                        </a:spcAft>
                      </a:pPr>
                      <a:r>
                        <a:rPr sz="900" b="0">
                          <a:solidFill>
                            <a:srgbClr val="3E444C"/>
                          </a:solidFill>
                          <a:latin typeface="Arial"/>
                        </a:rPr>
                        <a:t>266</a:t>
                      </a:r>
                    </a:p>
                  </a:txBody>
                  <a:tcPr anchor="ctr">
                    <a:solidFill>
                      <a:srgbClr val="FFFFFF"/>
                    </a:solidFill>
                  </a:tcPr>
                </a:tc>
                <a:tc>
                  <a:txBody>
                    <a:bodyPr wrap="square"/>
                    <a:lstStyle/>
                    <a:p>
                      <a:pPr algn="l">
                        <a:spcAft>
                          <a:spcPts val="0"/>
                        </a:spcAft>
                      </a:pPr>
                      <a:r>
                        <a:rPr sz="900" b="0">
                          <a:solidFill>
                            <a:srgbClr val="3E444C"/>
                          </a:solidFill>
                          <a:latin typeface="Arial"/>
                        </a:rPr>
                        <a:t>10-cycle baseline averaging</a:t>
                      </a:r>
                    </a:p>
                  </a:txBody>
                  <a:tcPr anchor="ctr">
                    <a:solidFill>
                      <a:srgbClr val="FFFFFF"/>
                    </a:solidFill>
                  </a:tcPr>
                </a:tc>
              </a:tr>
              <a:tr h="214884">
                <a:tc>
                  <a:txBody>
                    <a:bodyPr wrap="square"/>
                    <a:lstStyle/>
                    <a:p>
                      <a:pPr algn="l">
                        <a:spcAft>
                          <a:spcPts val="0"/>
                        </a:spcAft>
                      </a:pPr>
                      <a:r>
                        <a:rPr sz="900" b="0">
                          <a:solidFill>
                            <a:srgbClr val="3E444C"/>
                          </a:solidFill>
                          <a:latin typeface="Arial"/>
                        </a:rPr>
                        <a:t>G_all_windows</a:t>
                      </a:r>
                    </a:p>
                  </a:txBody>
                  <a:tcPr anchor="ctr">
                    <a:solidFill>
                      <a:srgbClr val="ECF4FA"/>
                    </a:solidFill>
                  </a:tcPr>
                </a:tc>
                <a:tc>
                  <a:txBody>
                    <a:bodyPr wrap="square"/>
                    <a:lstStyle/>
                    <a:p>
                      <a:pPr algn="l">
                        <a:spcAft>
                          <a:spcPts val="0"/>
                        </a:spcAft>
                      </a:pPr>
                      <a:r>
                        <a:rPr sz="900" b="0">
                          <a:solidFill>
                            <a:srgbClr val="3E444C"/>
                          </a:solidFill>
                          <a:latin typeface="Arial"/>
                        </a:rPr>
                        <a:t>310</a:t>
                      </a:r>
                    </a:p>
                  </a:txBody>
                  <a:tcPr anchor="ctr">
                    <a:solidFill>
                      <a:srgbClr val="ECF4FA"/>
                    </a:solidFill>
                  </a:tcPr>
                </a:tc>
                <a:tc>
                  <a:txBody>
                    <a:bodyPr wrap="square"/>
                    <a:lstStyle/>
                    <a:p>
                      <a:pPr algn="l">
                        <a:spcAft>
                          <a:spcPts val="0"/>
                        </a:spcAft>
                      </a:pPr>
                      <a:r>
                        <a:rPr sz="900" b="0">
                          <a:solidFill>
                            <a:srgbClr val="3E444C"/>
                          </a:solidFill>
                          <a:latin typeface="Arial"/>
                        </a:rPr>
                        <a:t>all window lengths retained</a:t>
                      </a:r>
                    </a:p>
                  </a:txBody>
                  <a:tcPr anchor="ctr">
                    <a:solidFill>
                      <a:srgbClr val="ECF4FA"/>
                    </a:solidFill>
                  </a:tcPr>
                </a:tc>
              </a:tr>
              <a:tr h="214884">
                <a:tc>
                  <a:txBody>
                    <a:bodyPr wrap="square"/>
                    <a:lstStyle/>
                    <a:p>
                      <a:pPr algn="l">
                        <a:spcAft>
                          <a:spcPts val="0"/>
                        </a:spcAft>
                      </a:pPr>
                      <a:r>
                        <a:rPr sz="900" b="0">
                          <a:solidFill>
                            <a:srgbClr val="3E444C"/>
                          </a:solidFill>
                          <a:latin typeface="Arial"/>
                        </a:rPr>
                        <a:t>H_compact_14</a:t>
                      </a:r>
                    </a:p>
                  </a:txBody>
                  <a:tcPr anchor="ctr">
                    <a:solidFill>
                      <a:srgbClr val="FFFFFF"/>
                    </a:solidFill>
                  </a:tcPr>
                </a:tc>
                <a:tc>
                  <a:txBody>
                    <a:bodyPr wrap="square"/>
                    <a:lstStyle/>
                    <a:p>
                      <a:pPr algn="l">
                        <a:spcAft>
                          <a:spcPts val="0"/>
                        </a:spcAft>
                      </a:pPr>
                      <a:r>
                        <a:rPr sz="900" b="0">
                          <a:solidFill>
                            <a:srgbClr val="3E444C"/>
                          </a:solidFill>
                          <a:latin typeface="Arial"/>
                        </a:rPr>
                        <a:t>86</a:t>
                      </a:r>
                    </a:p>
                  </a:txBody>
                  <a:tcPr anchor="ctr">
                    <a:solidFill>
                      <a:srgbClr val="FFFFFF"/>
                    </a:solidFill>
                  </a:tcPr>
                </a:tc>
                <a:tc>
                  <a:txBody>
                    <a:bodyPr wrap="square"/>
                    <a:lstStyle/>
                    <a:p>
                      <a:pPr algn="l">
                        <a:spcAft>
                          <a:spcPts val="0"/>
                        </a:spcAft>
                      </a:pPr>
                      <a:r>
                        <a:rPr sz="900" b="0">
                          <a:solidFill>
                            <a:srgbClr val="3E444C"/>
                          </a:solidFill>
                          <a:latin typeface="Arial"/>
                        </a:rPr>
                        <a:t>compact summaries, 14 sensors</a:t>
                      </a:r>
                    </a:p>
                  </a:txBody>
                  <a:tcPr anchor="ctr">
                    <a:solidFill>
                      <a:srgbClr val="FFFFFF"/>
                    </a:solidFill>
                  </a:tcPr>
                </a:tc>
              </a:tr>
              <a:tr h="214884">
                <a:tc>
                  <a:txBody>
                    <a:bodyPr wrap="square"/>
                    <a:lstStyle/>
                    <a:p>
                      <a:pPr algn="l">
                        <a:spcAft>
                          <a:spcPts val="0"/>
                        </a:spcAft>
                      </a:pPr>
                      <a:r>
                        <a:rPr sz="900" b="0">
                          <a:solidFill>
                            <a:srgbClr val="3E444C"/>
                          </a:solidFill>
                          <a:latin typeface="Arial"/>
                        </a:rPr>
                        <a:t>I_four_sensors</a:t>
                      </a:r>
                    </a:p>
                  </a:txBody>
                  <a:tcPr anchor="ctr">
                    <a:solidFill>
                      <a:srgbClr val="ECF4FA"/>
                    </a:solidFill>
                  </a:tcPr>
                </a:tc>
                <a:tc>
                  <a:txBody>
                    <a:bodyPr wrap="square"/>
                    <a:lstStyle/>
                    <a:p>
                      <a:pPr algn="l">
                        <a:spcAft>
                          <a:spcPts val="0"/>
                        </a:spcAft>
                      </a:pPr>
                      <a:r>
                        <a:rPr sz="900" b="0">
                          <a:solidFill>
                            <a:srgbClr val="3E444C"/>
                          </a:solidFill>
                          <a:latin typeface="Arial"/>
                        </a:rPr>
                        <a:t>50</a:t>
                      </a:r>
                    </a:p>
                  </a:txBody>
                  <a:tcPr anchor="ctr">
                    <a:solidFill>
                      <a:srgbClr val="ECF4FA"/>
                    </a:solidFill>
                  </a:tcPr>
                </a:tc>
                <a:tc>
                  <a:txBody>
                    <a:bodyPr wrap="square"/>
                    <a:lstStyle/>
                    <a:p>
                      <a:pPr algn="l">
                        <a:spcAft>
                          <a:spcPts val="0"/>
                        </a:spcAft>
                      </a:pPr>
                      <a:r>
                        <a:rPr sz="900" b="0">
                          <a:solidFill>
                            <a:srgbClr val="3E444C"/>
                          </a:solidFill>
                          <a:latin typeface="Arial"/>
                        </a:rPr>
                        <a:t>four sensors only</a:t>
                      </a:r>
                    </a:p>
                  </a:txBody>
                  <a:tcPr anchor="ctr">
                    <a:solidFill>
                      <a:srgbClr val="ECF4FA"/>
                    </a:solidFill>
                  </a:tcPr>
                </a:tc>
              </a:tr>
              <a:tr h="214884">
                <a:tc>
                  <a:txBody>
                    <a:bodyPr wrap="square"/>
                    <a:lstStyle/>
                    <a:p>
                      <a:pPr algn="l">
                        <a:spcAft>
                          <a:spcPts val="0"/>
                        </a:spcAft>
                      </a:pPr>
                      <a:r>
                        <a:rPr sz="900" b="0">
                          <a:solidFill>
                            <a:srgbClr val="3E444C"/>
                          </a:solidFill>
                          <a:latin typeface="Arial"/>
                        </a:rPr>
                        <a:t>J_recent_slopes</a:t>
                      </a:r>
                    </a:p>
                  </a:txBody>
                  <a:tcPr anchor="ctr">
                    <a:solidFill>
                      <a:srgbClr val="FFFFFF"/>
                    </a:solidFill>
                  </a:tcPr>
                </a:tc>
                <a:tc>
                  <a:txBody>
                    <a:bodyPr wrap="square"/>
                    <a:lstStyle/>
                    <a:p>
                      <a:pPr algn="l">
                        <a:spcAft>
                          <a:spcPts val="0"/>
                        </a:spcAft>
                      </a:pPr>
                      <a:r>
                        <a:rPr sz="900" b="0">
                          <a:solidFill>
                            <a:srgbClr val="3E444C"/>
                          </a:solidFill>
                          <a:latin typeface="Arial"/>
                        </a:rPr>
                        <a:t>310</a:t>
                      </a:r>
                    </a:p>
                  </a:txBody>
                  <a:tcPr anchor="ctr">
                    <a:solidFill>
                      <a:srgbClr val="FFFFFF"/>
                    </a:solidFill>
                  </a:tcPr>
                </a:tc>
                <a:tc>
                  <a:txBody>
                    <a:bodyPr wrap="square"/>
                    <a:lstStyle/>
                    <a:p>
                      <a:pPr algn="l">
                        <a:spcAft>
                          <a:spcPts val="0"/>
                        </a:spcAft>
                      </a:pPr>
                      <a:r>
                        <a:rPr sz="900" b="0">
                          <a:solidFill>
                            <a:srgbClr val="3E444C"/>
                          </a:solidFill>
                          <a:latin typeface="Arial"/>
                        </a:rPr>
                        <a:t>added recent-slope features</a:t>
                      </a:r>
                    </a:p>
                  </a:txBody>
                  <a:tcPr anchor="ctr">
                    <a:solidFill>
                      <a:srgbClr val="FFFFFF"/>
                    </a:solidFill>
                  </a:tcPr>
                </a:tc>
              </a:tr>
            </a:tbl>
          </a:graphicData>
        </a:graphic>
      </p:graphicFrame>
      <p:sp>
        <p:nvSpPr>
          <p:cNvPr id="12" name="Rounded Rectangle 11"/>
          <p:cNvSpPr/>
          <p:nvPr/>
        </p:nvSpPr>
        <p:spPr>
          <a:xfrm>
            <a:off x="5961888" y="1078992"/>
            <a:ext cx="2752344" cy="914400"/>
          </a:xfrm>
          <a:prstGeom prst="roundRect">
            <a:avLst/>
          </a:prstGeom>
          <a:solidFill>
            <a:srgbClr val="FFFFFF"/>
          </a:solidFill>
          <a:ln w="12700">
            <a:solidFill>
              <a:srgbClr val="9F999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spcAft>
                <a:spcPts val="200"/>
              </a:spcAft>
            </a:pPr>
            <a:r>
              <a:rPr sz="1000" b="1">
                <a:solidFill>
                  <a:srgbClr val="00519E"/>
                </a:solidFill>
                <a:latin typeface="Arial"/>
              </a:rPr>
              <a:t>Crossed with two model recipes</a:t>
            </a:r>
          </a:p>
          <a:p>
            <a:pPr algn="l">
              <a:spcAft>
                <a:spcPts val="200"/>
              </a:spcAft>
            </a:pPr>
            <a:r>
              <a:rPr sz="1000" b="0">
                <a:solidFill>
                  <a:srgbClr val="3E444C"/>
                </a:solidFill>
                <a:latin typeface="Arial"/>
              </a:rPr>
              <a:t>· the retained Run 7 ensemble</a:t>
            </a:r>
          </a:p>
          <a:p>
            <a:pPr algn="l">
              <a:spcAft>
                <a:spcPts val="200"/>
              </a:spcAft>
            </a:pPr>
            <a:r>
              <a:rPr sz="1000" b="0">
                <a:solidFill>
                  <a:srgbClr val="3E444C"/>
                </a:solidFill>
                <a:latin typeface="Arial"/>
              </a:rPr>
              <a:t>· an XGBoost / CatBoost blend</a:t>
            </a:r>
          </a:p>
          <a:p>
            <a:pPr algn="l">
              <a:spcAft>
                <a:spcPts val="200"/>
              </a:spcAft>
            </a:pPr>
            <a:r>
              <a:rPr sz="1000" b="0">
                <a:solidFill>
                  <a:srgbClr val="3E444C"/>
                </a:solidFill>
                <a:latin typeface="Arial"/>
              </a:rPr>
              <a:t>100 screening evaluations, seed 20270107</a:t>
            </a:r>
          </a:p>
        </p:txBody>
      </p:sp>
      <p:sp>
        <p:nvSpPr>
          <p:cNvPr id="13" name="Rounded Rectangle 12"/>
          <p:cNvSpPr/>
          <p:nvPr/>
        </p:nvSpPr>
        <p:spPr>
          <a:xfrm>
            <a:off x="5961888" y="2103120"/>
            <a:ext cx="2752344" cy="932688"/>
          </a:xfrm>
          <a:prstGeom prst="roundRect">
            <a:avLst/>
          </a:prstGeom>
          <a:solidFill>
            <a:srgbClr val="FFFFFF"/>
          </a:solidFill>
          <a:ln w="12700">
            <a:solidFill>
              <a:srgbClr val="9F999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spcAft>
                <a:spcPts val="200"/>
              </a:spcAft>
            </a:pPr>
            <a:r>
              <a:rPr sz="1000" b="1">
                <a:solidFill>
                  <a:srgbClr val="00519E"/>
                </a:solidFill>
                <a:latin typeface="Arial"/>
              </a:rPr>
              <a:t>Gates, declared in advance</a:t>
            </a:r>
          </a:p>
          <a:p>
            <a:pPr algn="l">
              <a:spcAft>
                <a:spcPts val="200"/>
              </a:spcAft>
            </a:pPr>
            <a:r>
              <a:rPr sz="1000" b="0">
                <a:solidFill>
                  <a:srgbClr val="3E444C"/>
                </a:solidFill>
                <a:latin typeface="Arial"/>
              </a:rPr>
              <a:t>· screen: 2% mean-RMSE gain, 4/5 folds</a:t>
            </a:r>
          </a:p>
          <a:p>
            <a:pPr algn="l">
              <a:spcAft>
                <a:spcPts val="200"/>
              </a:spcAft>
            </a:pPr>
            <a:r>
              <a:rPr sz="1000" b="0">
                <a:solidFill>
                  <a:srgbClr val="3E444C"/>
                </a:solidFill>
                <a:latin typeface="Arial"/>
              </a:rPr>
              <a:t>· confirm: 2% gain, 8/10 folds, pooled R² ≥ 0.90</a:t>
            </a:r>
          </a:p>
          <a:p>
            <a:pPr algn="l">
              <a:spcAft>
                <a:spcPts val="200"/>
              </a:spcAft>
            </a:pPr>
            <a:r>
              <a:rPr sz="1000" b="0">
                <a:solidFill>
                  <a:srgbClr val="3E444C"/>
                </a:solidFill>
                <a:latin typeface="Arial"/>
              </a:rPr>
              <a:t>  and a bootstrap interval wholly below zero</a:t>
            </a:r>
          </a:p>
        </p:txBody>
      </p:sp>
      <p:sp>
        <p:nvSpPr>
          <p:cNvPr id="14" name="Rounded Rectangle 13"/>
          <p:cNvSpPr/>
          <p:nvPr/>
        </p:nvSpPr>
        <p:spPr>
          <a:xfrm>
            <a:off x="5961888" y="3145536"/>
            <a:ext cx="2752344" cy="1170432"/>
          </a:xfrm>
          <a:prstGeom prst="roundRect">
            <a:avLst/>
          </a:prstGeom>
          <a:solidFill>
            <a:srgbClr val="FFD5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spcAft>
                <a:spcPts val="200"/>
              </a:spcAft>
            </a:pPr>
            <a:r>
              <a:rPr sz="950" b="1">
                <a:solidFill>
                  <a:srgbClr val="3E444C"/>
                </a:solidFill>
                <a:latin typeface="Arial"/>
              </a:rPr>
              <a:t>Status on 8 September 2026</a:t>
            </a:r>
          </a:p>
          <a:p>
            <a:pPr algn="l">
              <a:spcAft>
                <a:spcPts val="200"/>
              </a:spcAft>
            </a:pPr>
            <a:r>
              <a:rPr sz="950" b="0">
                <a:solidFill>
                  <a:srgbClr val="3E444C"/>
                </a:solidFill>
                <a:latin typeface="Arial"/>
              </a:rPr>
              <a:t>PENDING — training started, no complete winner manifest.</a:t>
            </a:r>
          </a:p>
          <a:p>
            <a:pPr algn="l">
              <a:spcAft>
                <a:spcPts val="200"/>
              </a:spcAft>
            </a:pPr>
            <a:r>
              <a:rPr sz="950" b="0">
                <a:solidFill>
                  <a:srgbClr val="3E444C"/>
                </a:solidFill>
                <a:latin typeface="Arial"/>
              </a:rPr>
              <a:t>Motivated by a user-reported public score of 0.87877 for a separate script (266 features, 22 sensors). That is not Run 7's score and not a matched experiment.</a:t>
            </a:r>
          </a:p>
        </p:txBody>
      </p:sp>
      <p:sp>
        <p:nvSpPr>
          <p:cNvPr id="15" name="TextBox 14"/>
          <p:cNvSpPr txBox="1"/>
          <p:nvPr/>
        </p:nvSpPr>
        <p:spPr>
          <a:xfrm>
            <a:off x="466344" y="4535424"/>
            <a:ext cx="8247888" cy="164592"/>
          </a:xfrm>
          <a:prstGeom prst="rect">
            <a:avLst/>
          </a:prstGeom>
          <a:noFill/>
        </p:spPr>
        <p:txBody>
          <a:bodyPr wrap="square">
            <a:spAutoFit/>
          </a:bodyPr>
          <a:lstStyle/>
          <a:p>
            <a:pPr algn="l">
              <a:spcAft>
                <a:spcPts val="400"/>
              </a:spcAft>
            </a:pPr>
            <a:r>
              <a:rPr sz="900" b="0">
                <a:solidFill>
                  <a:srgbClr val="9F9998"/>
                </a:solidFill>
                <a:latin typeface="Arial"/>
              </a:rPr>
              <a:t>Source: PE_28 README.md and run_1 input_verification.json, inspected 8 September 2026 · claims C94-C99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lgn="l">
              <a:spcAft>
                <a:spcPts val="400"/>
              </a:spcAft>
            </a:pPr>
            <a:r>
              <a:rPr sz="1800" b="1">
                <a:solidFill>
                  <a:srgbClr val="3E444C"/>
                </a:solidFill>
                <a:latin typeface="Arial"/>
              </a:rPr>
              <a:t>How we reached 0.87652</a:t>
            </a:r>
          </a:p>
        </p:txBody>
      </p:sp>
      <p:sp>
        <p:nvSpPr>
          <p:cNvPr id="3" name="Text Placeholder 2"/>
          <p:cNvSpPr>
            <a:spLocks noGrp="1"/>
          </p:cNvSpPr>
          <p:nvPr>
            <p:ph type="body" idx="13" sz="quarter"/>
          </p:nvPr>
        </p:nvSpPr>
        <p:spPr/>
        <p:txBody>
          <a:bodyPr wrap="square"/>
          <a:lstStyle/>
          <a:p>
            <a:pPr algn="l">
              <a:spcAft>
                <a:spcPts val="400"/>
              </a:spcAft>
            </a:pPr>
            <a:r>
              <a:rPr sz="1400" b="0">
                <a:solidFill>
                  <a:srgbClr val="9F9998"/>
                </a:solidFill>
                <a:latin typeface="Arial"/>
              </a:rPr>
              <a:t>One decision did most of the work; four smaller ones did the rest</a:t>
            </a:r>
          </a:p>
        </p:txBody>
      </p:sp>
      <p:sp>
        <p:nvSpPr>
          <p:cNvPr id="7" name="Datumsplatzhalter 6">
            <a:extLst>
              <a:ext uri="{FF2B5EF4-FFF2-40B4-BE49-F238E27FC236}">
                <a16:creationId xmlns:a16="http://schemas.microsoft.com/office/drawing/2014/main" id="{124A6A03-5D2E-417E-9A62-737D1DBC92ED}"/>
              </a:ext>
              <a:ext uri="{C183D7F6-B498-43B3-948B-1728B52AA6E4}">
                <adec:decorative xmlns:adec="http://schemas.microsoft.com/office/drawing/2017/decorative" val="1"/>
              </a:ext>
            </a:extLst>
          </p:cNvPr>
          <p:cNvSpPr>
            <a:spLocks noGrp="1"/>
          </p:cNvSpPr>
          <p:nvPr>
            <p:ph type="dt" sz="half" idx="14"/>
          </p:nvPr>
        </p:nvSpPr>
        <p:spPr>
          <a:xfrm>
            <a:off x="6492240" y="4873752"/>
            <a:ext cx="1737360" cy="146304"/>
          </a:xfrm>
        </p:spPr>
        <p:txBody>
          <a:bodyPr/>
          <a:lstStyle/>
          <a:p>
            <a:pPr algn="r"/>
            <a:r>
              <a:rPr lang="de-DE"/>
              <a:t>8 September 2026</a:t>
            </a:r>
            <a:endParaRPr lang="en-US" dirty="0"/>
          </a:p>
        </p:txBody>
      </p:sp>
      <p:sp>
        <p:nvSpPr>
          <p:cNvPr id="8" name="Fußzeilenplatzhalter 7">
            <a:extLst>
              <a:ext uri="{FF2B5EF4-FFF2-40B4-BE49-F238E27FC236}">
                <a16:creationId xmlns:a16="http://schemas.microsoft.com/office/drawing/2014/main" id="{90427F68-7D65-4111-9D28-F407D044A73B}"/>
              </a:ext>
              <a:ext uri="{C183D7F6-B498-43B3-948B-1728B52AA6E4}">
                <adec:decorative xmlns:adec="http://schemas.microsoft.com/office/drawing/2017/decorative" val="1"/>
              </a:ext>
            </a:extLst>
          </p:cNvPr>
          <p:cNvSpPr>
            <a:spLocks noGrp="1"/>
          </p:cNvSpPr>
          <p:nvPr>
            <p:ph type="ftr" sz="quarter" idx="15"/>
          </p:nvPr>
        </p:nvSpPr>
        <p:spPr/>
        <p:txBody>
          <a:bodyPr/>
          <a:lstStyle/>
          <a:p>
            <a:r>
              <a:rPr lang="en-US"/>
              <a:t>UAV remaining useful life estimation</a:t>
            </a:r>
            <a:endParaRPr lang="en-US" dirty="0"/>
          </a:p>
        </p:txBody>
      </p:sp>
      <p:sp>
        <p:nvSpPr>
          <p:cNvPr id="10" name="Foliennummernplatzhalter 9">
            <a:extLst>
              <a:ext uri="{FF2B5EF4-FFF2-40B4-BE49-F238E27FC236}">
                <a16:creationId xmlns:a16="http://schemas.microsoft.com/office/drawing/2014/main" id="{BC2B8577-8AB8-42B5-8BA8-1751A412246A}"/>
              </a:ext>
              <a:ext uri="{C183D7F6-B498-43B3-948B-1728B52AA6E4}">
                <adec:decorative xmlns:adec="http://schemas.microsoft.com/office/drawing/2017/decorative" val="1"/>
              </a:ext>
            </a:extLst>
          </p:cNvPr>
          <p:cNvSpPr>
            <a:spLocks noGrp="1"/>
          </p:cNvSpPr>
          <p:nvPr>
            <p:ph type="sldNum" sz="quarter" idx="16"/>
          </p:nvPr>
        </p:nvSpPr>
        <p:spPr/>
        <p:txBody>
          <a:bodyPr/>
          <a:lstStyle/>
          <a:p>
            <a:fld id="{9E82CC3C-1DC0-4FDA-9590-6CC506AB67F8}" type="slidenum">
              <a:rPr lang="en-US" smtClean="0"/>
              <a:pPr/>
              <a:t>‹Nr.›</a:t>
            </a:fld>
            <a:endParaRPr lang="en-US" dirty="0"/>
          </a:p>
        </p:txBody>
      </p:sp>
      <p:graphicFrame>
        <p:nvGraphicFramePr>
          <p:cNvPr id="11" name="Table 10"/>
          <p:cNvGraphicFramePr>
            <a:graphicFrameLocks noGrp="1"/>
          </p:cNvGraphicFramePr>
          <p:nvPr/>
        </p:nvGraphicFramePr>
        <p:xfrm>
          <a:off x="466344" y="1078992"/>
          <a:ext cx="8247888" cy="1645920"/>
        </p:xfrm>
        <a:graphic>
          <a:graphicData uri="http://schemas.openxmlformats.org/drawingml/2006/table">
            <a:tbl>
              <a:tblPr firstRow="1" bandRow="1">
                <a:tableStyleId>{5C22544A-7EE6-4342-B048-85BDC9FD1C3A}</a:tableStyleId>
              </a:tblPr>
              <a:tblGrid>
                <a:gridCol w="1188720"/>
                <a:gridCol w="4480560"/>
                <a:gridCol w="1188720"/>
                <a:gridCol w="1389888"/>
              </a:tblGrid>
              <a:tr h="329184">
                <a:tc>
                  <a:txBody>
                    <a:bodyPr wrap="square"/>
                    <a:lstStyle/>
                    <a:p>
                      <a:pPr algn="l">
                        <a:spcAft>
                          <a:spcPts val="0"/>
                        </a:spcAft>
                      </a:pPr>
                      <a:r>
                        <a:rPr sz="1050" b="1">
                          <a:solidFill>
                            <a:srgbClr val="FFFFFF"/>
                          </a:solidFill>
                          <a:latin typeface="Arial"/>
                        </a:rPr>
                        <a:t>phase</a:t>
                      </a:r>
                    </a:p>
                  </a:txBody>
                  <a:tcPr anchor="ctr">
                    <a:solidFill>
                      <a:srgbClr val="00519E"/>
                    </a:solidFill>
                  </a:tcPr>
                </a:tc>
                <a:tc>
                  <a:txBody>
                    <a:bodyPr wrap="square"/>
                    <a:lstStyle/>
                    <a:p>
                      <a:pPr algn="l">
                        <a:spcAft>
                          <a:spcPts val="0"/>
                        </a:spcAft>
                      </a:pPr>
                      <a:r>
                        <a:rPr sz="1050" b="1">
                          <a:solidFill>
                            <a:srgbClr val="FFFFFF"/>
                          </a:solidFill>
                          <a:latin typeface="Arial"/>
                        </a:rPr>
                        <a:t>decision</a:t>
                      </a:r>
                    </a:p>
                  </a:txBody>
                  <a:tcPr anchor="ctr">
                    <a:solidFill>
                      <a:srgbClr val="00519E"/>
                    </a:solidFill>
                  </a:tcPr>
                </a:tc>
                <a:tc>
                  <a:txBody>
                    <a:bodyPr wrap="square"/>
                    <a:lstStyle/>
                    <a:p>
                      <a:pPr algn="l">
                        <a:spcAft>
                          <a:spcPts val="0"/>
                        </a:spcAft>
                      </a:pPr>
                      <a:r>
                        <a:rPr sz="1050" b="1">
                          <a:solidFill>
                            <a:srgbClr val="FFFFFF"/>
                          </a:solidFill>
                          <a:latin typeface="Arial"/>
                        </a:rPr>
                        <a:t>submissions</a:t>
                      </a:r>
                    </a:p>
                  </a:txBody>
                  <a:tcPr anchor="ctr">
                    <a:solidFill>
                      <a:srgbClr val="00519E"/>
                    </a:solidFill>
                  </a:tcPr>
                </a:tc>
                <a:tc>
                  <a:txBody>
                    <a:bodyPr wrap="square"/>
                    <a:lstStyle/>
                    <a:p>
                      <a:pPr algn="l">
                        <a:spcAft>
                          <a:spcPts val="0"/>
                        </a:spcAft>
                      </a:pPr>
                      <a:r>
                        <a:rPr sz="1050" b="1">
                          <a:solidFill>
                            <a:srgbClr val="FFFFFF"/>
                          </a:solidFill>
                          <a:latin typeface="Arial"/>
                        </a:rPr>
                        <a:t>public R² change</a:t>
                      </a:r>
                    </a:p>
                  </a:txBody>
                  <a:tcPr anchor="ctr">
                    <a:solidFill>
                      <a:srgbClr val="00519E"/>
                    </a:solidFill>
                  </a:tcPr>
                </a:tc>
              </a:tr>
              <a:tr h="329184">
                <a:tc>
                  <a:txBody>
                    <a:bodyPr wrap="square"/>
                    <a:lstStyle/>
                    <a:p>
                      <a:pPr algn="l">
                        <a:spcAft>
                          <a:spcPts val="0"/>
                        </a:spcAft>
                      </a:pPr>
                      <a:r>
                        <a:rPr sz="1050" b="1">
                          <a:solidFill>
                            <a:srgbClr val="00519E"/>
                          </a:solidFill>
                          <a:latin typeface="Arial"/>
                        </a:rPr>
                        <a:t>Phase 1 + 2</a:t>
                      </a:r>
                    </a:p>
                  </a:txBody>
                  <a:tcPr anchor="ctr">
                    <a:solidFill>
                      <a:srgbClr val="ECF4FA"/>
                    </a:solidFill>
                  </a:tcPr>
                </a:tc>
                <a:tc>
                  <a:txBody>
                    <a:bodyPr wrap="square"/>
                    <a:lstStyle/>
                    <a:p>
                      <a:pPr algn="l">
                        <a:spcAft>
                          <a:spcPts val="0"/>
                        </a:spcAft>
                      </a:pPr>
                      <a:r>
                        <a:rPr sz="1050" b="1">
                          <a:solidFill>
                            <a:srgbClr val="00519E"/>
                          </a:solidFill>
                          <a:latin typeface="Arial"/>
                        </a:rPr>
                        <a:t>Bounded validation scenarios with a fitting cap at 125</a:t>
                      </a:r>
                    </a:p>
                  </a:txBody>
                  <a:tcPr anchor="ctr">
                    <a:solidFill>
                      <a:srgbClr val="ECF4FA"/>
                    </a:solidFill>
                  </a:tcPr>
                </a:tc>
                <a:tc>
                  <a:txBody>
                    <a:bodyPr wrap="square"/>
                    <a:lstStyle/>
                    <a:p>
                      <a:pPr algn="l">
                        <a:spcAft>
                          <a:spcPts val="0"/>
                        </a:spcAft>
                      </a:pPr>
                      <a:r>
                        <a:rPr sz="1050" b="1">
                          <a:solidFill>
                            <a:srgbClr val="00519E"/>
                          </a:solidFill>
                          <a:latin typeface="Arial"/>
                        </a:rPr>
                        <a:t>Run 3 → 4</a:t>
                      </a:r>
                    </a:p>
                  </a:txBody>
                  <a:tcPr anchor="ctr">
                    <a:solidFill>
                      <a:srgbClr val="ECF4FA"/>
                    </a:solidFill>
                  </a:tcPr>
                </a:tc>
                <a:tc>
                  <a:txBody>
                    <a:bodyPr wrap="square"/>
                    <a:lstStyle/>
                    <a:p>
                      <a:pPr algn="l">
                        <a:spcAft>
                          <a:spcPts val="0"/>
                        </a:spcAft>
                      </a:pPr>
                      <a:r>
                        <a:rPr sz="1050" b="1">
                          <a:solidFill>
                            <a:srgbClr val="00519E"/>
                          </a:solidFill>
                          <a:latin typeface="Arial"/>
                        </a:rPr>
                        <a:t>+0.30377</a:t>
                      </a:r>
                    </a:p>
                  </a:txBody>
                  <a:tcPr anchor="ctr">
                    <a:solidFill>
                      <a:srgbClr val="ECF4FA"/>
                    </a:solidFill>
                  </a:tcPr>
                </a:tc>
              </a:tr>
              <a:tr h="329184">
                <a:tc>
                  <a:txBody>
                    <a:bodyPr wrap="square"/>
                    <a:lstStyle/>
                    <a:p>
                      <a:pPr algn="l">
                        <a:spcAft>
                          <a:spcPts val="0"/>
                        </a:spcAft>
                      </a:pPr>
                      <a:r>
                        <a:rPr sz="1050" b="0">
                          <a:solidFill>
                            <a:srgbClr val="3E444C"/>
                          </a:solidFill>
                          <a:latin typeface="Arial"/>
                        </a:rPr>
                        <a:t>Phase 0 + 2</a:t>
                      </a:r>
                    </a:p>
                  </a:txBody>
                  <a:tcPr anchor="ctr">
                    <a:solidFill>
                      <a:srgbClr val="FFFFFF"/>
                    </a:solidFill>
                  </a:tcPr>
                </a:tc>
                <a:tc>
                  <a:txBody>
                    <a:bodyPr wrap="square"/>
                    <a:lstStyle/>
                    <a:p>
                      <a:pPr algn="l">
                        <a:spcAft>
                          <a:spcPts val="0"/>
                        </a:spcAft>
                      </a:pPr>
                      <a:r>
                        <a:rPr sz="1050" b="0">
                          <a:solidFill>
                            <a:srgbClr val="3E444C"/>
                          </a:solidFill>
                          <a:latin typeface="Arial"/>
                        </a:rPr>
                        <a:t>Drift-pruned 298 features, calibrated 50/50 tree blend</a:t>
                      </a:r>
                    </a:p>
                  </a:txBody>
                  <a:tcPr anchor="ctr">
                    <a:solidFill>
                      <a:srgbClr val="FFFFFF"/>
                    </a:solidFill>
                  </a:tcPr>
                </a:tc>
                <a:tc>
                  <a:txBody>
                    <a:bodyPr wrap="square"/>
                    <a:lstStyle/>
                    <a:p>
                      <a:pPr algn="l">
                        <a:spcAft>
                          <a:spcPts val="0"/>
                        </a:spcAft>
                      </a:pPr>
                      <a:r>
                        <a:rPr sz="1050" b="0">
                          <a:solidFill>
                            <a:srgbClr val="3E444C"/>
                          </a:solidFill>
                          <a:latin typeface="Arial"/>
                        </a:rPr>
                        <a:t>Run 4 → 5</a:t>
                      </a:r>
                    </a:p>
                  </a:txBody>
                  <a:tcPr anchor="ctr">
                    <a:solidFill>
                      <a:srgbClr val="FFFFFF"/>
                    </a:solidFill>
                  </a:tcPr>
                </a:tc>
                <a:tc>
                  <a:txBody>
                    <a:bodyPr wrap="square"/>
                    <a:lstStyle/>
                    <a:p>
                      <a:pPr algn="l">
                        <a:spcAft>
                          <a:spcPts val="0"/>
                        </a:spcAft>
                      </a:pPr>
                      <a:r>
                        <a:rPr sz="1050" b="0">
                          <a:solidFill>
                            <a:srgbClr val="3E444C"/>
                          </a:solidFill>
                          <a:latin typeface="Arial"/>
                        </a:rPr>
                        <a:t>+0.02012</a:t>
                      </a:r>
                    </a:p>
                  </a:txBody>
                  <a:tcPr anchor="ctr">
                    <a:solidFill>
                      <a:srgbClr val="FFFFFF"/>
                    </a:solidFill>
                  </a:tcPr>
                </a:tc>
              </a:tr>
              <a:tr h="329184">
                <a:tc>
                  <a:txBody>
                    <a:bodyPr wrap="square"/>
                    <a:lstStyle/>
                    <a:p>
                      <a:pPr algn="l">
                        <a:spcAft>
                          <a:spcPts val="0"/>
                        </a:spcAft>
                      </a:pPr>
                      <a:r>
                        <a:rPr sz="1050" b="0">
                          <a:solidFill>
                            <a:srgbClr val="3E444C"/>
                          </a:solidFill>
                          <a:latin typeface="Arial"/>
                        </a:rPr>
                        <a:t>Phase 2</a:t>
                      </a:r>
                    </a:p>
                  </a:txBody>
                  <a:tcPr anchor="ctr">
                    <a:solidFill>
                      <a:srgbClr val="ECF4FA"/>
                    </a:solidFill>
                  </a:tcPr>
                </a:tc>
                <a:tc>
                  <a:txBody>
                    <a:bodyPr wrap="square"/>
                    <a:lstStyle/>
                    <a:p>
                      <a:pPr algn="l">
                        <a:spcAft>
                          <a:spcPts val="0"/>
                        </a:spcAft>
                      </a:pPr>
                      <a:r>
                        <a:rPr sz="1050" b="0">
                          <a:solidFill>
                            <a:srgbClr val="3E444C"/>
                          </a:solidFill>
                          <a:latin typeface="Arial"/>
                        </a:rPr>
                        <a:t>Conditional conservative calibration at q = 0.55</a:t>
                      </a:r>
                    </a:p>
                  </a:txBody>
                  <a:tcPr anchor="ctr">
                    <a:solidFill>
                      <a:srgbClr val="ECF4FA"/>
                    </a:solidFill>
                  </a:tcPr>
                </a:tc>
                <a:tc>
                  <a:txBody>
                    <a:bodyPr wrap="square"/>
                    <a:lstStyle/>
                    <a:p>
                      <a:pPr algn="l">
                        <a:spcAft>
                          <a:spcPts val="0"/>
                        </a:spcAft>
                      </a:pPr>
                      <a:r>
                        <a:rPr sz="1050" b="0">
                          <a:solidFill>
                            <a:srgbClr val="3E444C"/>
                          </a:solidFill>
                          <a:latin typeface="Arial"/>
                        </a:rPr>
                        <a:t>Run 5 → 6</a:t>
                      </a:r>
                    </a:p>
                  </a:txBody>
                  <a:tcPr anchor="ctr">
                    <a:solidFill>
                      <a:srgbClr val="ECF4FA"/>
                    </a:solidFill>
                  </a:tcPr>
                </a:tc>
                <a:tc>
                  <a:txBody>
                    <a:bodyPr wrap="square"/>
                    <a:lstStyle/>
                    <a:p>
                      <a:pPr algn="l">
                        <a:spcAft>
                          <a:spcPts val="0"/>
                        </a:spcAft>
                      </a:pPr>
                      <a:r>
                        <a:rPr sz="1050" b="0">
                          <a:solidFill>
                            <a:srgbClr val="3E444C"/>
                          </a:solidFill>
                          <a:latin typeface="Arial"/>
                        </a:rPr>
                        <a:t>+0.00216</a:t>
                      </a:r>
                    </a:p>
                  </a:txBody>
                  <a:tcPr anchor="ctr">
                    <a:solidFill>
                      <a:srgbClr val="ECF4FA"/>
                    </a:solidFill>
                  </a:tcPr>
                </a:tc>
              </a:tr>
              <a:tr h="329184">
                <a:tc>
                  <a:txBody>
                    <a:bodyPr wrap="square"/>
                    <a:lstStyle/>
                    <a:p>
                      <a:pPr algn="l">
                        <a:spcAft>
                          <a:spcPts val="0"/>
                        </a:spcAft>
                      </a:pPr>
                      <a:r>
                        <a:rPr sz="1050" b="0">
                          <a:solidFill>
                            <a:srgbClr val="3E444C"/>
                          </a:solidFill>
                          <a:latin typeface="Arial"/>
                        </a:rPr>
                        <a:t>Phase 2</a:t>
                      </a:r>
                    </a:p>
                  </a:txBody>
                  <a:tcPr anchor="ctr">
                    <a:solidFill>
                      <a:srgbClr val="FFFFFF"/>
                    </a:solidFill>
                  </a:tcPr>
                </a:tc>
                <a:tc>
                  <a:txBody>
                    <a:bodyPr wrap="square"/>
                    <a:lstStyle/>
                    <a:p>
                      <a:pPr algn="l">
                        <a:spcAft>
                          <a:spcPts val="0"/>
                        </a:spcAft>
                      </a:pPr>
                      <a:r>
                        <a:rPr sz="1050" b="0">
                          <a:solidFill>
                            <a:srgbClr val="3E444C"/>
                          </a:solidFill>
                          <a:latin typeface="Arial"/>
                        </a:rPr>
                        <a:t>Cross-fitted residual correction on six seeded members</a:t>
                      </a:r>
                    </a:p>
                  </a:txBody>
                  <a:tcPr anchor="ctr">
                    <a:solidFill>
                      <a:srgbClr val="FFFFFF"/>
                    </a:solidFill>
                  </a:tcPr>
                </a:tc>
                <a:tc>
                  <a:txBody>
                    <a:bodyPr wrap="square"/>
                    <a:lstStyle/>
                    <a:p>
                      <a:pPr algn="l">
                        <a:spcAft>
                          <a:spcPts val="0"/>
                        </a:spcAft>
                      </a:pPr>
                      <a:r>
                        <a:rPr sz="1050" b="0">
                          <a:solidFill>
                            <a:srgbClr val="3E444C"/>
                          </a:solidFill>
                          <a:latin typeface="Arial"/>
                        </a:rPr>
                        <a:t>Run 6 → 7</a:t>
                      </a:r>
                    </a:p>
                  </a:txBody>
                  <a:tcPr anchor="ctr">
                    <a:solidFill>
                      <a:srgbClr val="FFFFFF"/>
                    </a:solidFill>
                  </a:tcPr>
                </a:tc>
                <a:tc>
                  <a:txBody>
                    <a:bodyPr wrap="square"/>
                    <a:lstStyle/>
                    <a:p>
                      <a:pPr algn="l">
                        <a:spcAft>
                          <a:spcPts val="0"/>
                        </a:spcAft>
                      </a:pPr>
                      <a:r>
                        <a:rPr sz="1050" b="0">
                          <a:solidFill>
                            <a:srgbClr val="3E444C"/>
                          </a:solidFill>
                          <a:latin typeface="Arial"/>
                        </a:rPr>
                        <a:t>+0.00911</a:t>
                      </a:r>
                    </a:p>
                  </a:txBody>
                  <a:tcPr anchor="ctr">
                    <a:solidFill>
                      <a:srgbClr val="FFFFFF"/>
                    </a:solidFill>
                  </a:tcPr>
                </a:tc>
              </a:tr>
            </a:tbl>
          </a:graphicData>
        </a:graphic>
      </p:graphicFrame>
      <p:sp>
        <p:nvSpPr>
          <p:cNvPr id="12" name="Rounded Rectangle 11"/>
          <p:cNvSpPr/>
          <p:nvPr/>
        </p:nvSpPr>
        <p:spPr>
          <a:xfrm>
            <a:off x="466344" y="2889504"/>
            <a:ext cx="8247888" cy="566928"/>
          </a:xfrm>
          <a:prstGeom prst="roundRect">
            <a:avLst/>
          </a:prstGeom>
          <a:solidFill>
            <a:srgbClr val="FFFFFF"/>
          </a:solidFill>
          <a:ln w="12700">
            <a:solidFill>
              <a:srgbClr val="9F999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spcAft>
                <a:spcPts val="0"/>
              </a:spcAft>
            </a:pPr>
            <a:r>
              <a:rPr sz="1050" b="0">
                <a:solidFill>
                  <a:srgbClr val="3E444C"/>
                </a:solidFill>
                <a:latin typeface="Arial"/>
              </a:rPr>
              <a:t>Each row is a submission-to-submission difference, not an isolated ablation: a run can carry more than one change. Evaluation and target design dominated model choice.</a:t>
            </a:r>
          </a:p>
        </p:txBody>
      </p:sp>
      <p:sp>
        <p:nvSpPr>
          <p:cNvPr id="13" name="Rounded Rectangle 12"/>
          <p:cNvSpPr/>
          <p:nvPr/>
        </p:nvSpPr>
        <p:spPr>
          <a:xfrm>
            <a:off x="466344" y="3547872"/>
            <a:ext cx="8247888" cy="877824"/>
          </a:xfrm>
          <a:prstGeom prst="roundRect">
            <a:avLst/>
          </a:prstGeom>
          <a:solidFill>
            <a:srgbClr val="FFD5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spcAft>
                <a:spcPts val="200"/>
              </a:spcAft>
            </a:pPr>
            <a:r>
              <a:rPr sz="1150" b="1">
                <a:solidFill>
                  <a:srgbClr val="3E444C"/>
                </a:solidFill>
                <a:latin typeface="Arial"/>
              </a:rPr>
              <a:t>What we do not claim</a:t>
            </a:r>
          </a:p>
          <a:p>
            <a:pPr algn="l">
              <a:spcAft>
                <a:spcPts val="200"/>
              </a:spcAft>
            </a:pPr>
            <a:r>
              <a:rPr sz="1050" b="0">
                <a:solidFill>
                  <a:srgbClr val="3E444C"/>
                </a:solidFill>
                <a:latin typeface="Arial"/>
              </a:rPr>
              <a:t>Development mean-fold R² is 0.90041; the recorded public score is 0.87652. Closing that needs about 10.0% lower RMSE on the same scored set, and no candidate after Run 7 passed a nested confirmation.</a:t>
            </a:r>
          </a:p>
        </p:txBody>
      </p:sp>
      <p:sp>
        <p:nvSpPr>
          <p:cNvPr id="14" name="TextBox 13"/>
          <p:cNvSpPr txBox="1"/>
          <p:nvPr/>
        </p:nvSpPr>
        <p:spPr>
          <a:xfrm>
            <a:off x="466344" y="4535424"/>
            <a:ext cx="8247888" cy="164592"/>
          </a:xfrm>
          <a:prstGeom prst="rect">
            <a:avLst/>
          </a:prstGeom>
          <a:noFill/>
        </p:spPr>
        <p:txBody>
          <a:bodyPr wrap="square">
            <a:spAutoFit/>
          </a:bodyPr>
          <a:lstStyle/>
          <a:p>
            <a:pPr algn="l">
              <a:spcAft>
                <a:spcPts val="400"/>
              </a:spcAft>
            </a:pPr>
            <a:r>
              <a:rPr sz="900" b="0">
                <a:solidFill>
                  <a:srgbClr val="9F9998"/>
                </a:solidFill>
                <a:latin typeface="Arial"/>
              </a:rPr>
              <a:t>Source: evidence_ledger.csv · claims C100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lstStyle/>
          <a:p>
            <a:pPr algn="l">
              <a:spcAft>
                <a:spcPts val="400"/>
              </a:spcAft>
            </a:pPr>
            <a:r>
              <a:rPr sz="1400" b="0">
                <a:solidFill>
                  <a:srgbClr val="9F9998"/>
                </a:solidFill>
                <a:latin typeface="Arial"/>
              </a:rPr>
              <a:t>Not part of the 20-minute talk. Held for questions.</a:t>
            </a:r>
          </a:p>
        </p:txBody>
      </p:sp>
      <p:sp>
        <p:nvSpPr>
          <p:cNvPr id="3" name="Title 2"/>
          <p:cNvSpPr>
            <a:spLocks noGrp="1"/>
          </p:cNvSpPr>
          <p:nvPr>
            <p:ph type="title"/>
          </p:nvPr>
        </p:nvSpPr>
        <p:spPr/>
        <p:txBody>
          <a:bodyPr wrap="square"/>
          <a:lstStyle/>
          <a:p>
            <a:pPr algn="l">
              <a:spcAft>
                <a:spcPts val="400"/>
              </a:spcAft>
            </a:pPr>
            <a:r>
              <a:rPr sz="2400" b="1">
                <a:solidFill>
                  <a:srgbClr val="3E444C"/>
                </a:solidFill>
                <a:latin typeface="Arial"/>
              </a:rPr>
              <a:t>Backup slides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lgn="l">
              <a:spcAft>
                <a:spcPts val="400"/>
              </a:spcAft>
            </a:pPr>
            <a:r>
              <a:rPr sz="1800" b="1">
                <a:solidFill>
                  <a:srgbClr val="3E444C"/>
                </a:solidFill>
                <a:latin typeface="Arial"/>
              </a:rPr>
              <a:t>Backup: full locked architecture comparison</a:t>
            </a:r>
          </a:p>
        </p:txBody>
      </p:sp>
      <p:sp>
        <p:nvSpPr>
          <p:cNvPr id="3" name="Text Placeholder 2"/>
          <p:cNvSpPr>
            <a:spLocks noGrp="1"/>
          </p:cNvSpPr>
          <p:nvPr>
            <p:ph type="body" idx="13" sz="quarter"/>
          </p:nvPr>
        </p:nvSpPr>
        <p:spPr/>
        <p:txBody>
          <a:bodyPr wrap="square"/>
          <a:lstStyle/>
          <a:p>
            <a:pPr algn="l">
              <a:spcAft>
                <a:spcPts val="400"/>
              </a:spcAft>
            </a:pPr>
            <a:r>
              <a:rPr sz="1400" b="0">
                <a:solidFill>
                  <a:srgbClr val="9F9998"/>
                </a:solidFill>
                <a:latin typeface="Arial"/>
              </a:rPr>
              <a:t>Architecture study run 5, settings version 11; 20 locked scenarios × 100 UAVs</a:t>
            </a:r>
          </a:p>
        </p:txBody>
      </p:sp>
      <p:sp>
        <p:nvSpPr>
          <p:cNvPr id="7" name="Datumsplatzhalter 6">
            <a:extLst>
              <a:ext uri="{FF2B5EF4-FFF2-40B4-BE49-F238E27FC236}">
                <a16:creationId xmlns:a16="http://schemas.microsoft.com/office/drawing/2014/main" id="{124A6A03-5D2E-417E-9A62-737D1DBC92ED}"/>
              </a:ext>
              <a:ext uri="{C183D7F6-B498-43B3-948B-1728B52AA6E4}">
                <adec:decorative xmlns:adec="http://schemas.microsoft.com/office/drawing/2017/decorative" val="1"/>
              </a:ext>
            </a:extLst>
          </p:cNvPr>
          <p:cNvSpPr>
            <a:spLocks noGrp="1"/>
          </p:cNvSpPr>
          <p:nvPr>
            <p:ph type="dt" sz="half" idx="14"/>
          </p:nvPr>
        </p:nvSpPr>
        <p:spPr>
          <a:xfrm>
            <a:off x="6492240" y="4873752"/>
            <a:ext cx="1737360" cy="146304"/>
          </a:xfrm>
        </p:spPr>
        <p:txBody>
          <a:bodyPr/>
          <a:lstStyle/>
          <a:p>
            <a:pPr algn="r"/>
            <a:r>
              <a:rPr lang="de-DE"/>
              <a:t>8 September 2026</a:t>
            </a:r>
            <a:endParaRPr lang="en-US" dirty="0"/>
          </a:p>
        </p:txBody>
      </p:sp>
      <p:sp>
        <p:nvSpPr>
          <p:cNvPr id="8" name="Fußzeilenplatzhalter 7">
            <a:extLst>
              <a:ext uri="{FF2B5EF4-FFF2-40B4-BE49-F238E27FC236}">
                <a16:creationId xmlns:a16="http://schemas.microsoft.com/office/drawing/2014/main" id="{90427F68-7D65-4111-9D28-F407D044A73B}"/>
              </a:ext>
              <a:ext uri="{C183D7F6-B498-43B3-948B-1728B52AA6E4}">
                <adec:decorative xmlns:adec="http://schemas.microsoft.com/office/drawing/2017/decorative" val="1"/>
              </a:ext>
            </a:extLst>
          </p:cNvPr>
          <p:cNvSpPr>
            <a:spLocks noGrp="1"/>
          </p:cNvSpPr>
          <p:nvPr>
            <p:ph type="ftr" sz="quarter" idx="15"/>
          </p:nvPr>
        </p:nvSpPr>
        <p:spPr/>
        <p:txBody>
          <a:bodyPr/>
          <a:lstStyle/>
          <a:p>
            <a:r>
              <a:rPr lang="en-US"/>
              <a:t>UAV remaining useful life estimation</a:t>
            </a:r>
            <a:endParaRPr lang="en-US" dirty="0"/>
          </a:p>
        </p:txBody>
      </p:sp>
      <p:sp>
        <p:nvSpPr>
          <p:cNvPr id="10" name="Foliennummernplatzhalter 9">
            <a:extLst>
              <a:ext uri="{FF2B5EF4-FFF2-40B4-BE49-F238E27FC236}">
                <a16:creationId xmlns:a16="http://schemas.microsoft.com/office/drawing/2014/main" id="{BC2B8577-8AB8-42B5-8BA8-1751A412246A}"/>
              </a:ext>
              <a:ext uri="{C183D7F6-B498-43B3-948B-1728B52AA6E4}">
                <adec:decorative xmlns:adec="http://schemas.microsoft.com/office/drawing/2017/decorative" val="1"/>
              </a:ext>
            </a:extLst>
          </p:cNvPr>
          <p:cNvSpPr>
            <a:spLocks noGrp="1"/>
          </p:cNvSpPr>
          <p:nvPr>
            <p:ph type="sldNum" sz="quarter" idx="16"/>
          </p:nvPr>
        </p:nvSpPr>
        <p:spPr/>
        <p:txBody>
          <a:bodyPr/>
          <a:lstStyle/>
          <a:p>
            <a:fld id="{9E82CC3C-1DC0-4FDA-9590-6CC506AB67F8}" type="slidenum">
              <a:rPr lang="en-US" smtClean="0"/>
              <a:pPr/>
              <a:t>‹Nr.›</a:t>
            </a:fld>
            <a:endParaRPr lang="en-US" dirty="0"/>
          </a:p>
        </p:txBody>
      </p:sp>
      <p:graphicFrame>
        <p:nvGraphicFramePr>
          <p:cNvPr id="11" name="Table 10"/>
          <p:cNvGraphicFramePr>
            <a:graphicFrameLocks noGrp="1"/>
          </p:cNvGraphicFramePr>
          <p:nvPr/>
        </p:nvGraphicFramePr>
        <p:xfrm>
          <a:off x="466344" y="1060704"/>
          <a:ext cx="8247888" cy="1975104"/>
        </p:xfrm>
        <a:graphic>
          <a:graphicData uri="http://schemas.openxmlformats.org/drawingml/2006/table">
            <a:tbl>
              <a:tblPr firstRow="1" bandRow="1">
                <a:tableStyleId>{5C22544A-7EE6-4342-B048-85BDC9FD1C3A}</a:tableStyleId>
              </a:tblPr>
              <a:tblGrid>
                <a:gridCol w="1920240"/>
                <a:gridCol w="566928"/>
                <a:gridCol w="841248"/>
                <a:gridCol w="932688"/>
                <a:gridCol w="914400"/>
                <a:gridCol w="3072384"/>
              </a:tblGrid>
              <a:tr h="219456">
                <a:tc>
                  <a:txBody>
                    <a:bodyPr wrap="square"/>
                    <a:lstStyle/>
                    <a:p>
                      <a:pPr algn="l">
                        <a:spcAft>
                          <a:spcPts val="0"/>
                        </a:spcAft>
                      </a:pPr>
                      <a:r>
                        <a:rPr sz="950" b="1">
                          <a:solidFill>
                            <a:srgbClr val="FFFFFF"/>
                          </a:solidFill>
                          <a:latin typeface="Arial"/>
                        </a:rPr>
                        <a:t>architecture</a:t>
                      </a:r>
                    </a:p>
                  </a:txBody>
                  <a:tcPr anchor="ctr">
                    <a:solidFill>
                      <a:srgbClr val="00519E"/>
                    </a:solidFill>
                  </a:tcPr>
                </a:tc>
                <a:tc>
                  <a:txBody>
                    <a:bodyPr wrap="square"/>
                    <a:lstStyle/>
                    <a:p>
                      <a:pPr algn="l">
                        <a:spcAft>
                          <a:spcPts val="0"/>
                        </a:spcAft>
                      </a:pPr>
                      <a:r>
                        <a:rPr sz="950" b="1">
                          <a:solidFill>
                            <a:srgbClr val="FFFFFF"/>
                          </a:solidFill>
                          <a:latin typeface="Arial"/>
                        </a:rPr>
                        <a:t>seeds</a:t>
                      </a:r>
                    </a:p>
                  </a:txBody>
                  <a:tcPr anchor="ctr">
                    <a:solidFill>
                      <a:srgbClr val="00519E"/>
                    </a:solidFill>
                  </a:tcPr>
                </a:tc>
                <a:tc>
                  <a:txBody>
                    <a:bodyPr wrap="square"/>
                    <a:lstStyle/>
                    <a:p>
                      <a:pPr algn="l">
                        <a:spcAft>
                          <a:spcPts val="0"/>
                        </a:spcAft>
                      </a:pPr>
                      <a:r>
                        <a:rPr sz="950" b="1">
                          <a:solidFill>
                            <a:srgbClr val="FFFFFF"/>
                          </a:solidFill>
                          <a:latin typeface="Arial"/>
                        </a:rPr>
                        <a:t>R² mean</a:t>
                      </a:r>
                    </a:p>
                  </a:txBody>
                  <a:tcPr anchor="ctr">
                    <a:solidFill>
                      <a:srgbClr val="00519E"/>
                    </a:solidFill>
                  </a:tcPr>
                </a:tc>
                <a:tc>
                  <a:txBody>
                    <a:bodyPr wrap="square"/>
                    <a:lstStyle/>
                    <a:p>
                      <a:pPr algn="l">
                        <a:spcAft>
                          <a:spcPts val="0"/>
                        </a:spcAft>
                      </a:pPr>
                      <a:r>
                        <a:rPr sz="950" b="1">
                          <a:solidFill>
                            <a:srgbClr val="FFFFFF"/>
                          </a:solidFill>
                          <a:latin typeface="Arial"/>
                        </a:rPr>
                        <a:t>RMSE mean</a:t>
                      </a:r>
                    </a:p>
                  </a:txBody>
                  <a:tcPr anchor="ctr">
                    <a:solidFill>
                      <a:srgbClr val="00519E"/>
                    </a:solidFill>
                  </a:tcPr>
                </a:tc>
                <a:tc>
                  <a:txBody>
                    <a:bodyPr wrap="square"/>
                    <a:lstStyle/>
                    <a:p>
                      <a:pPr algn="l">
                        <a:spcAft>
                          <a:spcPts val="0"/>
                        </a:spcAft>
                      </a:pPr>
                      <a:r>
                        <a:rPr sz="950" b="1">
                          <a:solidFill>
                            <a:srgbClr val="FFFFFF"/>
                          </a:solidFill>
                          <a:latin typeface="Arial"/>
                        </a:rPr>
                        <a:t>R² seed SD</a:t>
                      </a:r>
                    </a:p>
                  </a:txBody>
                  <a:tcPr anchor="ctr">
                    <a:solidFill>
                      <a:srgbClr val="00519E"/>
                    </a:solidFill>
                  </a:tcPr>
                </a:tc>
                <a:tc>
                  <a:txBody>
                    <a:bodyPr wrap="square"/>
                    <a:lstStyle/>
                    <a:p>
                      <a:pPr algn="l">
                        <a:spcAft>
                          <a:spcPts val="0"/>
                        </a:spcAft>
                      </a:pPr>
                      <a:r>
                        <a:rPr sz="950" b="1">
                          <a:solidFill>
                            <a:srgbClr val="FFFFFF"/>
                          </a:solidFill>
                          <a:latin typeface="Arial"/>
                        </a:rPr>
                        <a:t>R² 95% UAV-bootstrap interval</a:t>
                      </a:r>
                    </a:p>
                  </a:txBody>
                  <a:tcPr anchor="ctr">
                    <a:solidFill>
                      <a:srgbClr val="00519E"/>
                    </a:solidFill>
                  </a:tcPr>
                </a:tc>
              </a:tr>
              <a:tr h="219456">
                <a:tc>
                  <a:txBody>
                    <a:bodyPr wrap="square"/>
                    <a:lstStyle/>
                    <a:p>
                      <a:pPr algn="l">
                        <a:spcAft>
                          <a:spcPts val="0"/>
                        </a:spcAft>
                      </a:pPr>
                      <a:r>
                        <a:rPr sz="950" b="1">
                          <a:solidFill>
                            <a:srgbClr val="00519E"/>
                          </a:solidFill>
                          <a:latin typeface="Arial"/>
                        </a:rPr>
                        <a:t>XGBoost</a:t>
                      </a:r>
                    </a:p>
                  </a:txBody>
                  <a:tcPr anchor="ctr">
                    <a:solidFill>
                      <a:srgbClr val="ECF4FA"/>
                    </a:solidFill>
                  </a:tcPr>
                </a:tc>
                <a:tc>
                  <a:txBody>
                    <a:bodyPr wrap="square"/>
                    <a:lstStyle/>
                    <a:p>
                      <a:pPr algn="l">
                        <a:spcAft>
                          <a:spcPts val="0"/>
                        </a:spcAft>
                      </a:pPr>
                      <a:r>
                        <a:rPr sz="950" b="1">
                          <a:solidFill>
                            <a:srgbClr val="00519E"/>
                          </a:solidFill>
                          <a:latin typeface="Arial"/>
                        </a:rPr>
                        <a:t>3</a:t>
                      </a:r>
                    </a:p>
                  </a:txBody>
                  <a:tcPr anchor="ctr">
                    <a:solidFill>
                      <a:srgbClr val="ECF4FA"/>
                    </a:solidFill>
                  </a:tcPr>
                </a:tc>
                <a:tc>
                  <a:txBody>
                    <a:bodyPr wrap="square"/>
                    <a:lstStyle/>
                    <a:p>
                      <a:pPr algn="l">
                        <a:spcAft>
                          <a:spcPts val="0"/>
                        </a:spcAft>
                      </a:pPr>
                      <a:r>
                        <a:rPr sz="950" b="1">
                          <a:solidFill>
                            <a:srgbClr val="00519E"/>
                          </a:solidFill>
                          <a:latin typeface="Arial"/>
                        </a:rPr>
                        <a:t>0.8041</a:t>
                      </a:r>
                    </a:p>
                  </a:txBody>
                  <a:tcPr anchor="ctr">
                    <a:solidFill>
                      <a:srgbClr val="ECF4FA"/>
                    </a:solidFill>
                  </a:tcPr>
                </a:tc>
                <a:tc>
                  <a:txBody>
                    <a:bodyPr wrap="square"/>
                    <a:lstStyle/>
                    <a:p>
                      <a:pPr algn="l">
                        <a:spcAft>
                          <a:spcPts val="0"/>
                        </a:spcAft>
                      </a:pPr>
                      <a:r>
                        <a:rPr sz="950" b="1">
                          <a:solidFill>
                            <a:srgbClr val="00519E"/>
                          </a:solidFill>
                          <a:latin typeface="Arial"/>
                        </a:rPr>
                        <a:t>28.4989</a:t>
                      </a:r>
                    </a:p>
                  </a:txBody>
                  <a:tcPr anchor="ctr">
                    <a:solidFill>
                      <a:srgbClr val="ECF4FA"/>
                    </a:solidFill>
                  </a:tcPr>
                </a:tc>
                <a:tc>
                  <a:txBody>
                    <a:bodyPr wrap="square"/>
                    <a:lstStyle/>
                    <a:p>
                      <a:pPr algn="l">
                        <a:spcAft>
                          <a:spcPts val="0"/>
                        </a:spcAft>
                      </a:pPr>
                      <a:r>
                        <a:rPr sz="950" b="1">
                          <a:solidFill>
                            <a:srgbClr val="00519E"/>
                          </a:solidFill>
                          <a:latin typeface="Arial"/>
                        </a:rPr>
                        <a:t>0.0055</a:t>
                      </a:r>
                    </a:p>
                  </a:txBody>
                  <a:tcPr anchor="ctr">
                    <a:solidFill>
                      <a:srgbClr val="ECF4FA"/>
                    </a:solidFill>
                  </a:tcPr>
                </a:tc>
                <a:tc>
                  <a:txBody>
                    <a:bodyPr wrap="square"/>
                    <a:lstStyle/>
                    <a:p>
                      <a:pPr algn="l">
                        <a:spcAft>
                          <a:spcPts val="0"/>
                        </a:spcAft>
                      </a:pPr>
                      <a:r>
                        <a:rPr sz="950" b="1">
                          <a:solidFill>
                            <a:srgbClr val="00519E"/>
                          </a:solidFill>
                          <a:latin typeface="Arial"/>
                        </a:rPr>
                        <a:t>0.7528 - 0.8437</a:t>
                      </a:r>
                    </a:p>
                  </a:txBody>
                  <a:tcPr anchor="ctr">
                    <a:solidFill>
                      <a:srgbClr val="ECF4FA"/>
                    </a:solidFill>
                  </a:tcPr>
                </a:tc>
              </a:tr>
              <a:tr h="219456">
                <a:tc>
                  <a:txBody>
                    <a:bodyPr wrap="square"/>
                    <a:lstStyle/>
                    <a:p>
                      <a:pPr algn="l">
                        <a:spcAft>
                          <a:spcPts val="0"/>
                        </a:spcAft>
                      </a:pPr>
                      <a:r>
                        <a:rPr sz="950" b="0">
                          <a:solidFill>
                            <a:srgbClr val="3E444C"/>
                          </a:solidFill>
                          <a:latin typeface="Arial"/>
                        </a:rPr>
                        <a:t>Random Forest</a:t>
                      </a:r>
                    </a:p>
                  </a:txBody>
                  <a:tcPr anchor="ctr">
                    <a:solidFill>
                      <a:srgbClr val="FFFFFF"/>
                    </a:solidFill>
                  </a:tcPr>
                </a:tc>
                <a:tc>
                  <a:txBody>
                    <a:bodyPr wrap="square"/>
                    <a:lstStyle/>
                    <a:p>
                      <a:pPr algn="l">
                        <a:spcAft>
                          <a:spcPts val="0"/>
                        </a:spcAft>
                      </a:pPr>
                      <a:r>
                        <a:rPr sz="950" b="0">
                          <a:solidFill>
                            <a:srgbClr val="3E444C"/>
                          </a:solidFill>
                          <a:latin typeface="Arial"/>
                        </a:rPr>
                        <a:t>3</a:t>
                      </a:r>
                    </a:p>
                  </a:txBody>
                  <a:tcPr anchor="ctr">
                    <a:solidFill>
                      <a:srgbClr val="FFFFFF"/>
                    </a:solidFill>
                  </a:tcPr>
                </a:tc>
                <a:tc>
                  <a:txBody>
                    <a:bodyPr wrap="square"/>
                    <a:lstStyle/>
                    <a:p>
                      <a:pPr algn="l">
                        <a:spcAft>
                          <a:spcPts val="0"/>
                        </a:spcAft>
                      </a:pPr>
                      <a:r>
                        <a:rPr sz="950" b="0">
                          <a:solidFill>
                            <a:srgbClr val="3E444C"/>
                          </a:solidFill>
                          <a:latin typeface="Arial"/>
                        </a:rPr>
                        <a:t>0.7827</a:t>
                      </a:r>
                    </a:p>
                  </a:txBody>
                  <a:tcPr anchor="ctr">
                    <a:solidFill>
                      <a:srgbClr val="FFFFFF"/>
                    </a:solidFill>
                  </a:tcPr>
                </a:tc>
                <a:tc>
                  <a:txBody>
                    <a:bodyPr wrap="square"/>
                    <a:lstStyle/>
                    <a:p>
                      <a:pPr algn="l">
                        <a:spcAft>
                          <a:spcPts val="0"/>
                        </a:spcAft>
                      </a:pPr>
                      <a:r>
                        <a:rPr sz="950" b="0">
                          <a:solidFill>
                            <a:srgbClr val="3E444C"/>
                          </a:solidFill>
                          <a:latin typeface="Arial"/>
                        </a:rPr>
                        <a:t>30.0138</a:t>
                      </a:r>
                    </a:p>
                  </a:txBody>
                  <a:tcPr anchor="ctr">
                    <a:solidFill>
                      <a:srgbClr val="FFFFFF"/>
                    </a:solidFill>
                  </a:tcPr>
                </a:tc>
                <a:tc>
                  <a:txBody>
                    <a:bodyPr wrap="square"/>
                    <a:lstStyle/>
                    <a:p>
                      <a:pPr algn="l">
                        <a:spcAft>
                          <a:spcPts val="0"/>
                        </a:spcAft>
                      </a:pPr>
                      <a:r>
                        <a:rPr sz="950" b="0">
                          <a:solidFill>
                            <a:srgbClr val="3E444C"/>
                          </a:solidFill>
                          <a:latin typeface="Arial"/>
                        </a:rPr>
                        <a:t>0.0030</a:t>
                      </a:r>
                    </a:p>
                  </a:txBody>
                  <a:tcPr anchor="ctr">
                    <a:solidFill>
                      <a:srgbClr val="FFFFFF"/>
                    </a:solidFill>
                  </a:tcPr>
                </a:tc>
                <a:tc>
                  <a:txBody>
                    <a:bodyPr wrap="square"/>
                    <a:lstStyle/>
                    <a:p>
                      <a:pPr algn="l">
                        <a:spcAft>
                          <a:spcPts val="0"/>
                        </a:spcAft>
                      </a:pPr>
                      <a:r>
                        <a:rPr sz="950" b="0">
                          <a:solidFill>
                            <a:srgbClr val="3E444C"/>
                          </a:solidFill>
                          <a:latin typeface="Arial"/>
                        </a:rPr>
                        <a:t>0.7058 - 0.8348</a:t>
                      </a:r>
                    </a:p>
                  </a:txBody>
                  <a:tcPr anchor="ctr">
                    <a:solidFill>
                      <a:srgbClr val="FFFFFF"/>
                    </a:solidFill>
                  </a:tcPr>
                </a:tc>
              </a:tr>
              <a:tr h="219456">
                <a:tc>
                  <a:txBody>
                    <a:bodyPr wrap="square"/>
                    <a:lstStyle/>
                    <a:p>
                      <a:pPr algn="l">
                        <a:spcAft>
                          <a:spcPts val="0"/>
                        </a:spcAft>
                      </a:pPr>
                      <a:r>
                        <a:rPr sz="950" b="0">
                          <a:solidFill>
                            <a:srgbClr val="3E444C"/>
                          </a:solidFill>
                          <a:latin typeface="Arial"/>
                        </a:rPr>
                        <a:t>Extra Trees</a:t>
                      </a:r>
                    </a:p>
                  </a:txBody>
                  <a:tcPr anchor="ctr">
                    <a:solidFill>
                      <a:srgbClr val="ECF4FA"/>
                    </a:solidFill>
                  </a:tcPr>
                </a:tc>
                <a:tc>
                  <a:txBody>
                    <a:bodyPr wrap="square"/>
                    <a:lstStyle/>
                    <a:p>
                      <a:pPr algn="l">
                        <a:spcAft>
                          <a:spcPts val="0"/>
                        </a:spcAft>
                      </a:pPr>
                      <a:r>
                        <a:rPr sz="950" b="0">
                          <a:solidFill>
                            <a:srgbClr val="3E444C"/>
                          </a:solidFill>
                          <a:latin typeface="Arial"/>
                        </a:rPr>
                        <a:t>3</a:t>
                      </a:r>
                    </a:p>
                  </a:txBody>
                  <a:tcPr anchor="ctr">
                    <a:solidFill>
                      <a:srgbClr val="ECF4FA"/>
                    </a:solidFill>
                  </a:tcPr>
                </a:tc>
                <a:tc>
                  <a:txBody>
                    <a:bodyPr wrap="square"/>
                    <a:lstStyle/>
                    <a:p>
                      <a:pPr algn="l">
                        <a:spcAft>
                          <a:spcPts val="0"/>
                        </a:spcAft>
                      </a:pPr>
                      <a:r>
                        <a:rPr sz="950" b="0">
                          <a:solidFill>
                            <a:srgbClr val="3E444C"/>
                          </a:solidFill>
                          <a:latin typeface="Arial"/>
                        </a:rPr>
                        <a:t>0.7640</a:t>
                      </a:r>
                    </a:p>
                  </a:txBody>
                  <a:tcPr anchor="ctr">
                    <a:solidFill>
                      <a:srgbClr val="ECF4FA"/>
                    </a:solidFill>
                  </a:tcPr>
                </a:tc>
                <a:tc>
                  <a:txBody>
                    <a:bodyPr wrap="square"/>
                    <a:lstStyle/>
                    <a:p>
                      <a:pPr algn="l">
                        <a:spcAft>
                          <a:spcPts val="0"/>
                        </a:spcAft>
                      </a:pPr>
                      <a:r>
                        <a:rPr sz="950" b="0">
                          <a:solidFill>
                            <a:srgbClr val="3E444C"/>
                          </a:solidFill>
                          <a:latin typeface="Arial"/>
                        </a:rPr>
                        <a:t>31.2779</a:t>
                      </a:r>
                    </a:p>
                  </a:txBody>
                  <a:tcPr anchor="ctr">
                    <a:solidFill>
                      <a:srgbClr val="ECF4FA"/>
                    </a:solidFill>
                  </a:tcPr>
                </a:tc>
                <a:tc>
                  <a:txBody>
                    <a:bodyPr wrap="square"/>
                    <a:lstStyle/>
                    <a:p>
                      <a:pPr algn="l">
                        <a:spcAft>
                          <a:spcPts val="0"/>
                        </a:spcAft>
                      </a:pPr>
                      <a:r>
                        <a:rPr sz="950" b="0">
                          <a:solidFill>
                            <a:srgbClr val="3E444C"/>
                          </a:solidFill>
                          <a:latin typeface="Arial"/>
                        </a:rPr>
                        <a:t>0.0027</a:t>
                      </a:r>
                    </a:p>
                  </a:txBody>
                  <a:tcPr anchor="ctr">
                    <a:solidFill>
                      <a:srgbClr val="ECF4FA"/>
                    </a:solidFill>
                  </a:tcPr>
                </a:tc>
                <a:tc>
                  <a:txBody>
                    <a:bodyPr wrap="square"/>
                    <a:lstStyle/>
                    <a:p>
                      <a:pPr algn="l">
                        <a:spcAft>
                          <a:spcPts val="0"/>
                        </a:spcAft>
                      </a:pPr>
                      <a:r>
                        <a:rPr sz="950" b="0">
                          <a:solidFill>
                            <a:srgbClr val="3E444C"/>
                          </a:solidFill>
                          <a:latin typeface="Arial"/>
                        </a:rPr>
                        <a:t>0.6671 - 0.8372</a:t>
                      </a:r>
                    </a:p>
                  </a:txBody>
                  <a:tcPr anchor="ctr">
                    <a:solidFill>
                      <a:srgbClr val="ECF4FA"/>
                    </a:solidFill>
                  </a:tcPr>
                </a:tc>
              </a:tr>
              <a:tr h="219456">
                <a:tc>
                  <a:txBody>
                    <a:bodyPr wrap="square"/>
                    <a:lstStyle/>
                    <a:p>
                      <a:pPr algn="l">
                        <a:spcAft>
                          <a:spcPts val="0"/>
                        </a:spcAft>
                      </a:pPr>
                      <a:r>
                        <a:rPr sz="950" b="0">
                          <a:solidFill>
                            <a:srgbClr val="3E444C"/>
                          </a:solidFill>
                          <a:latin typeface="Arial"/>
                        </a:rPr>
                        <a:t>Trajectory DTW-kNN</a:t>
                      </a:r>
                    </a:p>
                  </a:txBody>
                  <a:tcPr anchor="ctr">
                    <a:solidFill>
                      <a:srgbClr val="FFFFFF"/>
                    </a:solidFill>
                  </a:tcPr>
                </a:tc>
                <a:tc>
                  <a:txBody>
                    <a:bodyPr wrap="square"/>
                    <a:lstStyle/>
                    <a:p>
                      <a:pPr algn="l">
                        <a:spcAft>
                          <a:spcPts val="0"/>
                        </a:spcAft>
                      </a:pPr>
                      <a:r>
                        <a:rPr sz="950" b="0">
                          <a:solidFill>
                            <a:srgbClr val="3E444C"/>
                          </a:solidFill>
                          <a:latin typeface="Arial"/>
                        </a:rPr>
                        <a:t>1</a:t>
                      </a:r>
                    </a:p>
                  </a:txBody>
                  <a:tcPr anchor="ctr">
                    <a:solidFill>
                      <a:srgbClr val="FFFFFF"/>
                    </a:solidFill>
                  </a:tcPr>
                </a:tc>
                <a:tc>
                  <a:txBody>
                    <a:bodyPr wrap="square"/>
                    <a:lstStyle/>
                    <a:p>
                      <a:pPr algn="l">
                        <a:spcAft>
                          <a:spcPts val="0"/>
                        </a:spcAft>
                      </a:pPr>
                      <a:r>
                        <a:rPr sz="950" b="0">
                          <a:solidFill>
                            <a:srgbClr val="3E444C"/>
                          </a:solidFill>
                          <a:latin typeface="Arial"/>
                        </a:rPr>
                        <a:t>0.5067</a:t>
                      </a:r>
                    </a:p>
                  </a:txBody>
                  <a:tcPr anchor="ctr">
                    <a:solidFill>
                      <a:srgbClr val="FFFFFF"/>
                    </a:solidFill>
                  </a:tcPr>
                </a:tc>
                <a:tc>
                  <a:txBody>
                    <a:bodyPr wrap="square"/>
                    <a:lstStyle/>
                    <a:p>
                      <a:pPr algn="l">
                        <a:spcAft>
                          <a:spcPts val="0"/>
                        </a:spcAft>
                      </a:pPr>
                      <a:r>
                        <a:rPr sz="950" b="0">
                          <a:solidFill>
                            <a:srgbClr val="3E444C"/>
                          </a:solidFill>
                          <a:latin typeface="Arial"/>
                        </a:rPr>
                        <a:t>45.2239</a:t>
                      </a:r>
                    </a:p>
                  </a:txBody>
                  <a:tcPr anchor="ctr">
                    <a:solidFill>
                      <a:srgbClr val="FFFFFF"/>
                    </a:solidFill>
                  </a:tcPr>
                </a:tc>
                <a:tc>
                  <a:txBody>
                    <a:bodyPr wrap="square"/>
                    <a:lstStyle/>
                    <a:p>
                      <a:pPr algn="l">
                        <a:spcAft>
                          <a:spcPts val="0"/>
                        </a:spcAft>
                      </a:pPr>
                      <a:r>
                        <a:rPr sz="950" b="0">
                          <a:solidFill>
                            <a:srgbClr val="3E444C"/>
                          </a:solidFill>
                          <a:latin typeface="Arial"/>
                        </a:rPr>
                        <a:t>0</a:t>
                      </a:r>
                    </a:p>
                  </a:txBody>
                  <a:tcPr anchor="ctr">
                    <a:solidFill>
                      <a:srgbClr val="FFFFFF"/>
                    </a:solidFill>
                  </a:tcPr>
                </a:tc>
                <a:tc>
                  <a:txBody>
                    <a:bodyPr wrap="square"/>
                    <a:lstStyle/>
                    <a:p>
                      <a:pPr algn="l">
                        <a:spcAft>
                          <a:spcPts val="0"/>
                        </a:spcAft>
                      </a:pPr>
                      <a:r>
                        <a:rPr sz="950" b="0">
                          <a:solidFill>
                            <a:srgbClr val="3E444C"/>
                          </a:solidFill>
                          <a:latin typeface="Arial"/>
                        </a:rPr>
                        <a:t>0.3804 - 0.6106</a:t>
                      </a:r>
                    </a:p>
                  </a:txBody>
                  <a:tcPr anchor="ctr">
                    <a:solidFill>
                      <a:srgbClr val="FFFFFF"/>
                    </a:solidFill>
                  </a:tcPr>
                </a:tc>
              </a:tr>
              <a:tr h="219456">
                <a:tc>
                  <a:txBody>
                    <a:bodyPr wrap="square"/>
                    <a:lstStyle/>
                    <a:p>
                      <a:pPr algn="l">
                        <a:spcAft>
                          <a:spcPts val="0"/>
                        </a:spcAft>
                      </a:pPr>
                      <a:r>
                        <a:rPr sz="950" b="0">
                          <a:solidFill>
                            <a:srgbClr val="3E444C"/>
                          </a:solidFill>
                          <a:latin typeface="Arial"/>
                        </a:rPr>
                        <a:t>Sensor-graph TCN</a:t>
                      </a:r>
                    </a:p>
                  </a:txBody>
                  <a:tcPr anchor="ctr">
                    <a:solidFill>
                      <a:srgbClr val="ECF4FA"/>
                    </a:solidFill>
                  </a:tcPr>
                </a:tc>
                <a:tc>
                  <a:txBody>
                    <a:bodyPr wrap="square"/>
                    <a:lstStyle/>
                    <a:p>
                      <a:pPr algn="l">
                        <a:spcAft>
                          <a:spcPts val="0"/>
                        </a:spcAft>
                      </a:pPr>
                      <a:r>
                        <a:rPr sz="950" b="0">
                          <a:solidFill>
                            <a:srgbClr val="3E444C"/>
                          </a:solidFill>
                          <a:latin typeface="Arial"/>
                        </a:rPr>
                        <a:t>3</a:t>
                      </a:r>
                    </a:p>
                  </a:txBody>
                  <a:tcPr anchor="ctr">
                    <a:solidFill>
                      <a:srgbClr val="ECF4FA"/>
                    </a:solidFill>
                  </a:tcPr>
                </a:tc>
                <a:tc>
                  <a:txBody>
                    <a:bodyPr wrap="square"/>
                    <a:lstStyle/>
                    <a:p>
                      <a:pPr algn="l">
                        <a:spcAft>
                          <a:spcPts val="0"/>
                        </a:spcAft>
                      </a:pPr>
                      <a:r>
                        <a:rPr sz="950" b="0">
                          <a:solidFill>
                            <a:srgbClr val="3E444C"/>
                          </a:solidFill>
                          <a:latin typeface="Arial"/>
                        </a:rPr>
                        <a:t>0.4294</a:t>
                      </a:r>
                    </a:p>
                  </a:txBody>
                  <a:tcPr anchor="ctr">
                    <a:solidFill>
                      <a:srgbClr val="ECF4FA"/>
                    </a:solidFill>
                  </a:tcPr>
                </a:tc>
                <a:tc>
                  <a:txBody>
                    <a:bodyPr wrap="square"/>
                    <a:lstStyle/>
                    <a:p>
                      <a:pPr algn="l">
                        <a:spcAft>
                          <a:spcPts val="0"/>
                        </a:spcAft>
                      </a:pPr>
                      <a:r>
                        <a:rPr sz="950" b="0">
                          <a:solidFill>
                            <a:srgbClr val="3E444C"/>
                          </a:solidFill>
                          <a:latin typeface="Arial"/>
                        </a:rPr>
                        <a:t>48.2278</a:t>
                      </a:r>
                    </a:p>
                  </a:txBody>
                  <a:tcPr anchor="ctr">
                    <a:solidFill>
                      <a:srgbClr val="ECF4FA"/>
                    </a:solidFill>
                  </a:tcPr>
                </a:tc>
                <a:tc>
                  <a:txBody>
                    <a:bodyPr wrap="square"/>
                    <a:lstStyle/>
                    <a:p>
                      <a:pPr algn="l">
                        <a:spcAft>
                          <a:spcPts val="0"/>
                        </a:spcAft>
                      </a:pPr>
                      <a:r>
                        <a:rPr sz="950" b="0">
                          <a:solidFill>
                            <a:srgbClr val="3E444C"/>
                          </a:solidFill>
                          <a:latin typeface="Arial"/>
                        </a:rPr>
                        <a:t>0.1487</a:t>
                      </a:r>
                    </a:p>
                  </a:txBody>
                  <a:tcPr anchor="ctr">
                    <a:solidFill>
                      <a:srgbClr val="ECF4FA"/>
                    </a:solidFill>
                  </a:tcPr>
                </a:tc>
                <a:tc>
                  <a:txBody>
                    <a:bodyPr wrap="square"/>
                    <a:lstStyle/>
                    <a:p>
                      <a:pPr algn="l">
                        <a:spcAft>
                          <a:spcPts val="0"/>
                        </a:spcAft>
                      </a:pPr>
                      <a:r>
                        <a:rPr sz="950" b="0">
                          <a:solidFill>
                            <a:srgbClr val="3E444C"/>
                          </a:solidFill>
                          <a:latin typeface="Arial"/>
                        </a:rPr>
                        <a:t>0.1602 - 0.6359</a:t>
                      </a:r>
                    </a:p>
                  </a:txBody>
                  <a:tcPr anchor="ctr">
                    <a:solidFill>
                      <a:srgbClr val="ECF4FA"/>
                    </a:solidFill>
                  </a:tcPr>
                </a:tc>
              </a:tr>
              <a:tr h="219456">
                <a:tc>
                  <a:txBody>
                    <a:bodyPr wrap="square"/>
                    <a:lstStyle/>
                    <a:p>
                      <a:pPr algn="l">
                        <a:spcAft>
                          <a:spcPts val="0"/>
                        </a:spcAft>
                      </a:pPr>
                      <a:r>
                        <a:rPr sz="950" b="0">
                          <a:solidFill>
                            <a:srgbClr val="3E444C"/>
                          </a:solidFill>
                          <a:latin typeface="Arial"/>
                        </a:rPr>
                        <a:t>Multi-scale CNN</a:t>
                      </a:r>
                    </a:p>
                  </a:txBody>
                  <a:tcPr anchor="ctr">
                    <a:solidFill>
                      <a:srgbClr val="FFFFFF"/>
                    </a:solidFill>
                  </a:tcPr>
                </a:tc>
                <a:tc>
                  <a:txBody>
                    <a:bodyPr wrap="square"/>
                    <a:lstStyle/>
                    <a:p>
                      <a:pPr algn="l">
                        <a:spcAft>
                          <a:spcPts val="0"/>
                        </a:spcAft>
                      </a:pPr>
                      <a:r>
                        <a:rPr sz="950" b="0">
                          <a:solidFill>
                            <a:srgbClr val="3E444C"/>
                          </a:solidFill>
                          <a:latin typeface="Arial"/>
                        </a:rPr>
                        <a:t>3</a:t>
                      </a:r>
                    </a:p>
                  </a:txBody>
                  <a:tcPr anchor="ctr">
                    <a:solidFill>
                      <a:srgbClr val="FFFFFF"/>
                    </a:solidFill>
                  </a:tcPr>
                </a:tc>
                <a:tc>
                  <a:txBody>
                    <a:bodyPr wrap="square"/>
                    <a:lstStyle/>
                    <a:p>
                      <a:pPr algn="l">
                        <a:spcAft>
                          <a:spcPts val="0"/>
                        </a:spcAft>
                      </a:pPr>
                      <a:r>
                        <a:rPr sz="950" b="0">
                          <a:solidFill>
                            <a:srgbClr val="3E444C"/>
                          </a:solidFill>
                          <a:latin typeface="Arial"/>
                        </a:rPr>
                        <a:t>0.3607</a:t>
                      </a:r>
                    </a:p>
                  </a:txBody>
                  <a:tcPr anchor="ctr">
                    <a:solidFill>
                      <a:srgbClr val="FFFFFF"/>
                    </a:solidFill>
                  </a:tcPr>
                </a:tc>
                <a:tc>
                  <a:txBody>
                    <a:bodyPr wrap="square"/>
                    <a:lstStyle/>
                    <a:p>
                      <a:pPr algn="l">
                        <a:spcAft>
                          <a:spcPts val="0"/>
                        </a:spcAft>
                      </a:pPr>
                      <a:r>
                        <a:rPr sz="950" b="0">
                          <a:solidFill>
                            <a:srgbClr val="3E444C"/>
                          </a:solidFill>
                          <a:latin typeface="Arial"/>
                        </a:rPr>
                        <a:t>51.4209</a:t>
                      </a:r>
                    </a:p>
                  </a:txBody>
                  <a:tcPr anchor="ctr">
                    <a:solidFill>
                      <a:srgbClr val="FFFFFF"/>
                    </a:solidFill>
                  </a:tcPr>
                </a:tc>
                <a:tc>
                  <a:txBody>
                    <a:bodyPr wrap="square"/>
                    <a:lstStyle/>
                    <a:p>
                      <a:pPr algn="l">
                        <a:spcAft>
                          <a:spcPts val="0"/>
                        </a:spcAft>
                      </a:pPr>
                      <a:r>
                        <a:rPr sz="950" b="0">
                          <a:solidFill>
                            <a:srgbClr val="3E444C"/>
                          </a:solidFill>
                          <a:latin typeface="Arial"/>
                        </a:rPr>
                        <a:t>0.0622</a:t>
                      </a:r>
                    </a:p>
                  </a:txBody>
                  <a:tcPr anchor="ctr">
                    <a:solidFill>
                      <a:srgbClr val="FFFFFF"/>
                    </a:solidFill>
                  </a:tcPr>
                </a:tc>
                <a:tc>
                  <a:txBody>
                    <a:bodyPr wrap="square"/>
                    <a:lstStyle/>
                    <a:p>
                      <a:pPr algn="l">
                        <a:spcAft>
                          <a:spcPts val="0"/>
                        </a:spcAft>
                      </a:pPr>
                      <a:r>
                        <a:rPr sz="950" b="0">
                          <a:solidFill>
                            <a:srgbClr val="3E444C"/>
                          </a:solidFill>
                          <a:latin typeface="Arial"/>
                        </a:rPr>
                        <a:t>0.2317 - 0.4691</a:t>
                      </a:r>
                    </a:p>
                  </a:txBody>
                  <a:tcPr anchor="ctr">
                    <a:solidFill>
                      <a:srgbClr val="FFFFFF"/>
                    </a:solidFill>
                  </a:tcPr>
                </a:tc>
              </a:tr>
              <a:tr h="219456">
                <a:tc>
                  <a:txBody>
                    <a:bodyPr wrap="square"/>
                    <a:lstStyle/>
                    <a:p>
                      <a:pPr algn="l">
                        <a:spcAft>
                          <a:spcPts val="0"/>
                        </a:spcAft>
                      </a:pPr>
                      <a:r>
                        <a:rPr sz="950" b="0">
                          <a:solidFill>
                            <a:srgbClr val="3E444C"/>
                          </a:solidFill>
                          <a:latin typeface="Arial"/>
                        </a:rPr>
                        <a:t>Mean baseline</a:t>
                      </a:r>
                    </a:p>
                  </a:txBody>
                  <a:tcPr anchor="ctr">
                    <a:solidFill>
                      <a:srgbClr val="ECF4FA"/>
                    </a:solidFill>
                  </a:tcPr>
                </a:tc>
                <a:tc>
                  <a:txBody>
                    <a:bodyPr wrap="square"/>
                    <a:lstStyle/>
                    <a:p>
                      <a:pPr algn="l">
                        <a:spcAft>
                          <a:spcPts val="0"/>
                        </a:spcAft>
                      </a:pPr>
                      <a:r>
                        <a:rPr sz="950" b="0">
                          <a:solidFill>
                            <a:srgbClr val="3E444C"/>
                          </a:solidFill>
                          <a:latin typeface="Arial"/>
                        </a:rPr>
                        <a:t>1</a:t>
                      </a:r>
                    </a:p>
                  </a:txBody>
                  <a:tcPr anchor="ctr">
                    <a:solidFill>
                      <a:srgbClr val="ECF4FA"/>
                    </a:solidFill>
                  </a:tcPr>
                </a:tc>
                <a:tc>
                  <a:txBody>
                    <a:bodyPr wrap="square"/>
                    <a:lstStyle/>
                    <a:p>
                      <a:pPr algn="l">
                        <a:spcAft>
                          <a:spcPts val="0"/>
                        </a:spcAft>
                      </a:pPr>
                      <a:r>
                        <a:rPr sz="950" b="0">
                          <a:solidFill>
                            <a:srgbClr val="3E444C"/>
                          </a:solidFill>
                          <a:latin typeface="Arial"/>
                        </a:rPr>
                        <a:t>-0.3066</a:t>
                      </a:r>
                    </a:p>
                  </a:txBody>
                  <a:tcPr anchor="ctr">
                    <a:solidFill>
                      <a:srgbClr val="ECF4FA"/>
                    </a:solidFill>
                  </a:tcPr>
                </a:tc>
                <a:tc>
                  <a:txBody>
                    <a:bodyPr wrap="square"/>
                    <a:lstStyle/>
                    <a:p>
                      <a:pPr algn="l">
                        <a:spcAft>
                          <a:spcPts val="0"/>
                        </a:spcAft>
                      </a:pPr>
                      <a:r>
                        <a:rPr sz="950" b="0">
                          <a:solidFill>
                            <a:srgbClr val="3E444C"/>
                          </a:solidFill>
                          <a:latin typeface="Arial"/>
                        </a:rPr>
                        <a:t>73.6023</a:t>
                      </a:r>
                    </a:p>
                  </a:txBody>
                  <a:tcPr anchor="ctr">
                    <a:solidFill>
                      <a:srgbClr val="ECF4FA"/>
                    </a:solidFill>
                  </a:tcPr>
                </a:tc>
                <a:tc>
                  <a:txBody>
                    <a:bodyPr wrap="square"/>
                    <a:lstStyle/>
                    <a:p>
                      <a:pPr algn="l">
                        <a:spcAft>
                          <a:spcPts val="0"/>
                        </a:spcAft>
                      </a:pPr>
                      <a:r>
                        <a:rPr sz="950" b="0">
                          <a:solidFill>
                            <a:srgbClr val="3E444C"/>
                          </a:solidFill>
                          <a:latin typeface="Arial"/>
                        </a:rPr>
                        <a:t>0</a:t>
                      </a:r>
                    </a:p>
                  </a:txBody>
                  <a:tcPr anchor="ctr">
                    <a:solidFill>
                      <a:srgbClr val="ECF4FA"/>
                    </a:solidFill>
                  </a:tcPr>
                </a:tc>
                <a:tc>
                  <a:txBody>
                    <a:bodyPr wrap="square"/>
                    <a:lstStyle/>
                    <a:p>
                      <a:pPr algn="l">
                        <a:spcAft>
                          <a:spcPts val="0"/>
                        </a:spcAft>
                      </a:pPr>
                      <a:r>
                        <a:rPr sz="950" b="0">
                          <a:solidFill>
                            <a:srgbClr val="3E444C"/>
                          </a:solidFill>
                          <a:latin typeface="Arial"/>
                        </a:rPr>
                        <a:t>-0.4848 - -0.1758</a:t>
                      </a:r>
                    </a:p>
                  </a:txBody>
                  <a:tcPr anchor="ctr">
                    <a:solidFill>
                      <a:srgbClr val="ECF4FA"/>
                    </a:solidFill>
                  </a:tcPr>
                </a:tc>
              </a:tr>
              <a:tr h="219456">
                <a:tc>
                  <a:txBody>
                    <a:bodyPr wrap="square"/>
                    <a:lstStyle/>
                    <a:p>
                      <a:pPr algn="l">
                        <a:spcAft>
                          <a:spcPts val="0"/>
                        </a:spcAft>
                      </a:pPr>
                      <a:r>
                        <a:rPr sz="950" b="0">
                          <a:solidFill>
                            <a:srgbClr val="3E444C"/>
                          </a:solidFill>
                          <a:latin typeface="Arial"/>
                        </a:rPr>
                        <a:t>TCN</a:t>
                      </a:r>
                    </a:p>
                  </a:txBody>
                  <a:tcPr anchor="ctr">
                    <a:solidFill>
                      <a:srgbClr val="FFFFFF"/>
                    </a:solidFill>
                  </a:tcPr>
                </a:tc>
                <a:tc>
                  <a:txBody>
                    <a:bodyPr wrap="square"/>
                    <a:lstStyle/>
                    <a:p>
                      <a:pPr algn="l">
                        <a:spcAft>
                          <a:spcPts val="0"/>
                        </a:spcAft>
                      </a:pPr>
                      <a:r>
                        <a:rPr sz="950" b="0">
                          <a:solidFill>
                            <a:srgbClr val="3E444C"/>
                          </a:solidFill>
                          <a:latin typeface="Arial"/>
                        </a:rPr>
                        <a:t>3</a:t>
                      </a:r>
                    </a:p>
                  </a:txBody>
                  <a:tcPr anchor="ctr">
                    <a:solidFill>
                      <a:srgbClr val="FFFFFF"/>
                    </a:solidFill>
                  </a:tcPr>
                </a:tc>
                <a:tc>
                  <a:txBody>
                    <a:bodyPr wrap="square"/>
                    <a:lstStyle/>
                    <a:p>
                      <a:pPr algn="l">
                        <a:spcAft>
                          <a:spcPts val="0"/>
                        </a:spcAft>
                      </a:pPr>
                      <a:r>
                        <a:rPr sz="950" b="0">
                          <a:solidFill>
                            <a:srgbClr val="3E444C"/>
                          </a:solidFill>
                          <a:latin typeface="Arial"/>
                        </a:rPr>
                        <a:t>-2.4231</a:t>
                      </a:r>
                    </a:p>
                  </a:txBody>
                  <a:tcPr anchor="ctr">
                    <a:solidFill>
                      <a:srgbClr val="FFFFFF"/>
                    </a:solidFill>
                  </a:tcPr>
                </a:tc>
                <a:tc>
                  <a:txBody>
                    <a:bodyPr wrap="square"/>
                    <a:lstStyle/>
                    <a:p>
                      <a:pPr algn="l">
                        <a:spcAft>
                          <a:spcPts val="0"/>
                        </a:spcAft>
                      </a:pPr>
                      <a:r>
                        <a:rPr sz="950" b="0">
                          <a:solidFill>
                            <a:srgbClr val="3E444C"/>
                          </a:solidFill>
                          <a:latin typeface="Arial"/>
                        </a:rPr>
                        <a:t>111.2088</a:t>
                      </a:r>
                    </a:p>
                  </a:txBody>
                  <a:tcPr anchor="ctr">
                    <a:solidFill>
                      <a:srgbClr val="FFFFFF"/>
                    </a:solidFill>
                  </a:tcPr>
                </a:tc>
                <a:tc>
                  <a:txBody>
                    <a:bodyPr wrap="square"/>
                    <a:lstStyle/>
                    <a:p>
                      <a:pPr algn="l">
                        <a:spcAft>
                          <a:spcPts val="0"/>
                        </a:spcAft>
                      </a:pPr>
                      <a:r>
                        <a:rPr sz="950" b="0">
                          <a:solidFill>
                            <a:srgbClr val="3E444C"/>
                          </a:solidFill>
                          <a:latin typeface="Arial"/>
                        </a:rPr>
                        <a:t>2.1691</a:t>
                      </a:r>
                    </a:p>
                  </a:txBody>
                  <a:tcPr anchor="ctr">
                    <a:solidFill>
                      <a:srgbClr val="FFFFFF"/>
                    </a:solidFill>
                  </a:tcPr>
                </a:tc>
                <a:tc>
                  <a:txBody>
                    <a:bodyPr wrap="square"/>
                    <a:lstStyle/>
                    <a:p>
                      <a:pPr algn="l">
                        <a:spcAft>
                          <a:spcPts val="0"/>
                        </a:spcAft>
                      </a:pPr>
                      <a:r>
                        <a:rPr sz="950" b="0">
                          <a:solidFill>
                            <a:srgbClr val="3E444C"/>
                          </a:solidFill>
                          <a:latin typeface="Arial"/>
                        </a:rPr>
                        <a:t>-9.7147 - 0.6382</a:t>
                      </a:r>
                    </a:p>
                  </a:txBody>
                  <a:tcPr anchor="ctr">
                    <a:solidFill>
                      <a:srgbClr val="FFFFFF"/>
                    </a:solidFill>
                  </a:tcPr>
                </a:tc>
              </a:tr>
            </a:tbl>
          </a:graphicData>
        </a:graphic>
      </p:graphicFrame>
      <p:sp>
        <p:nvSpPr>
          <p:cNvPr id="12" name="TextBox 11"/>
          <p:cNvSpPr txBox="1"/>
          <p:nvPr/>
        </p:nvSpPr>
        <p:spPr>
          <a:xfrm>
            <a:off x="466344" y="3182112"/>
            <a:ext cx="8247888" cy="822960"/>
          </a:xfrm>
          <a:prstGeom prst="rect">
            <a:avLst/>
          </a:prstGeom>
          <a:noFill/>
        </p:spPr>
        <p:txBody>
          <a:bodyPr wrap="square">
            <a:spAutoFit/>
          </a:bodyPr>
          <a:lstStyle/>
          <a:p>
            <a:pPr algn="l">
              <a:spcAft>
                <a:spcPts val="400"/>
              </a:spcAft>
            </a:pPr>
            <a:r>
              <a:rPr sz="1000" b="0">
                <a:solidFill>
                  <a:srgbClr val="3E444C"/>
                </a:solidFill>
                <a:latin typeface="Arial"/>
              </a:rPr>
              <a:t>Metrics are averaged across seeds; predictions are not averaged, because that would create an undeclared ensemble. Intervals are 1,000 whole-UAV bootstrap resamples of fixed predictions.</a:t>
            </a:r>
          </a:p>
        </p:txBody>
      </p:sp>
      <p:sp>
        <p:nvSpPr>
          <p:cNvPr id="13" name="TextBox 12"/>
          <p:cNvSpPr txBox="1"/>
          <p:nvPr/>
        </p:nvSpPr>
        <p:spPr>
          <a:xfrm>
            <a:off x="466344" y="4535424"/>
            <a:ext cx="8247888" cy="164592"/>
          </a:xfrm>
          <a:prstGeom prst="rect">
            <a:avLst/>
          </a:prstGeom>
          <a:noFill/>
        </p:spPr>
        <p:txBody>
          <a:bodyPr wrap="square">
            <a:spAutoFit/>
          </a:bodyPr>
          <a:lstStyle/>
          <a:p>
            <a:pPr algn="l">
              <a:spcAft>
                <a:spcPts val="400"/>
              </a:spcAft>
            </a:pPr>
            <a:r>
              <a:rPr sz="900" b="0">
                <a:solidFill>
                  <a:srgbClr val="9F9998"/>
                </a:solidFill>
                <a:latin typeface="Arial"/>
              </a:rPr>
              <a:t>Source: runs/run_5/7_architecture_comparison/architecture_comparison.csv</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lgn="l">
              <a:spcAft>
                <a:spcPts val="400"/>
              </a:spcAft>
            </a:pPr>
            <a:r>
              <a:rPr sz="1800" b="1">
                <a:solidFill>
                  <a:srgbClr val="3E444C"/>
                </a:solidFill>
                <a:latin typeface="Arial"/>
              </a:rPr>
              <a:t>Backup: sequence and hybrid models, in full</a:t>
            </a:r>
          </a:p>
        </p:txBody>
      </p:sp>
      <p:sp>
        <p:nvSpPr>
          <p:cNvPr id="3" name="Text Placeholder 2"/>
          <p:cNvSpPr>
            <a:spLocks noGrp="1"/>
          </p:cNvSpPr>
          <p:nvPr>
            <p:ph type="body" idx="13" sz="quarter"/>
          </p:nvPr>
        </p:nvSpPr>
        <p:spPr/>
        <p:txBody>
          <a:bodyPr wrap="square"/>
          <a:lstStyle/>
          <a:p>
            <a:pPr algn="l">
              <a:spcAft>
                <a:spcPts val="400"/>
              </a:spcAft>
            </a:pPr>
            <a:r>
              <a:rPr sz="1400" b="0">
                <a:solidFill>
                  <a:srgbClr val="9F9998"/>
                </a:solidFill>
                <a:latin typeface="Arial"/>
              </a:rPr>
              <a:t>The matched rematch under the current protocol, and the dedicated temporal study</a:t>
            </a:r>
          </a:p>
        </p:txBody>
      </p:sp>
      <p:sp>
        <p:nvSpPr>
          <p:cNvPr id="7" name="Datumsplatzhalter 6">
            <a:extLst>
              <a:ext uri="{FF2B5EF4-FFF2-40B4-BE49-F238E27FC236}">
                <a16:creationId xmlns:a16="http://schemas.microsoft.com/office/drawing/2014/main" id="{124A6A03-5D2E-417E-9A62-737D1DBC92ED}"/>
              </a:ext>
              <a:ext uri="{C183D7F6-B498-43B3-948B-1728B52AA6E4}">
                <adec:decorative xmlns:adec="http://schemas.microsoft.com/office/drawing/2017/decorative" val="1"/>
              </a:ext>
            </a:extLst>
          </p:cNvPr>
          <p:cNvSpPr>
            <a:spLocks noGrp="1"/>
          </p:cNvSpPr>
          <p:nvPr>
            <p:ph type="dt" sz="half" idx="14"/>
          </p:nvPr>
        </p:nvSpPr>
        <p:spPr>
          <a:xfrm>
            <a:off x="6492240" y="4873752"/>
            <a:ext cx="1737360" cy="146304"/>
          </a:xfrm>
        </p:spPr>
        <p:txBody>
          <a:bodyPr/>
          <a:lstStyle/>
          <a:p>
            <a:pPr algn="r"/>
            <a:r>
              <a:rPr lang="de-DE"/>
              <a:t>8 September 2026</a:t>
            </a:r>
            <a:endParaRPr lang="en-US" dirty="0"/>
          </a:p>
        </p:txBody>
      </p:sp>
      <p:sp>
        <p:nvSpPr>
          <p:cNvPr id="8" name="Fußzeilenplatzhalter 7">
            <a:extLst>
              <a:ext uri="{FF2B5EF4-FFF2-40B4-BE49-F238E27FC236}">
                <a16:creationId xmlns:a16="http://schemas.microsoft.com/office/drawing/2014/main" id="{90427F68-7D65-4111-9D28-F407D044A73B}"/>
              </a:ext>
              <a:ext uri="{C183D7F6-B498-43B3-948B-1728B52AA6E4}">
                <adec:decorative xmlns:adec="http://schemas.microsoft.com/office/drawing/2017/decorative" val="1"/>
              </a:ext>
            </a:extLst>
          </p:cNvPr>
          <p:cNvSpPr>
            <a:spLocks noGrp="1"/>
          </p:cNvSpPr>
          <p:nvPr>
            <p:ph type="ftr" sz="quarter" idx="15"/>
          </p:nvPr>
        </p:nvSpPr>
        <p:spPr/>
        <p:txBody>
          <a:bodyPr/>
          <a:lstStyle/>
          <a:p>
            <a:r>
              <a:rPr lang="en-US"/>
              <a:t>UAV remaining useful life estimation</a:t>
            </a:r>
            <a:endParaRPr lang="en-US" dirty="0"/>
          </a:p>
        </p:txBody>
      </p:sp>
      <p:sp>
        <p:nvSpPr>
          <p:cNvPr id="10" name="Foliennummernplatzhalter 9">
            <a:extLst>
              <a:ext uri="{FF2B5EF4-FFF2-40B4-BE49-F238E27FC236}">
                <a16:creationId xmlns:a16="http://schemas.microsoft.com/office/drawing/2014/main" id="{BC2B8577-8AB8-42B5-8BA8-1751A412246A}"/>
              </a:ext>
              <a:ext uri="{C183D7F6-B498-43B3-948B-1728B52AA6E4}">
                <adec:decorative xmlns:adec="http://schemas.microsoft.com/office/drawing/2017/decorative" val="1"/>
              </a:ext>
            </a:extLst>
          </p:cNvPr>
          <p:cNvSpPr>
            <a:spLocks noGrp="1"/>
          </p:cNvSpPr>
          <p:nvPr>
            <p:ph type="sldNum" sz="quarter" idx="16"/>
          </p:nvPr>
        </p:nvSpPr>
        <p:spPr/>
        <p:txBody>
          <a:bodyPr/>
          <a:lstStyle/>
          <a:p>
            <a:fld id="{9E82CC3C-1DC0-4FDA-9590-6CC506AB67F8}" type="slidenum">
              <a:rPr lang="en-US" smtClean="0"/>
              <a:pPr/>
              <a:t>‹Nr.›</a:t>
            </a:fld>
            <a:endParaRPr lang="en-US" dirty="0"/>
          </a:p>
        </p:txBody>
      </p:sp>
      <p:pic>
        <p:nvPicPr>
          <p:cNvPr id="11" name="Picture 10" descr="hybrid_architecture_comparison.png"/>
          <p:cNvPicPr>
            <a:picLocks noChangeAspect="1"/>
          </p:cNvPicPr>
          <p:nvPr/>
        </p:nvPicPr>
        <p:blipFill>
          <a:blip r:embed="rId3"/>
          <a:stretch>
            <a:fillRect/>
          </a:stretch>
        </p:blipFill>
        <p:spPr>
          <a:xfrm>
            <a:off x="710184" y="1078992"/>
            <a:ext cx="4724400" cy="2834640"/>
          </a:xfrm>
          <a:prstGeom prst="rect">
            <a:avLst/>
          </a:prstGeom>
        </p:spPr>
      </p:pic>
      <p:sp>
        <p:nvSpPr>
          <p:cNvPr id="12" name="TextBox 11"/>
          <p:cNvSpPr txBox="1"/>
          <p:nvPr/>
        </p:nvSpPr>
        <p:spPr>
          <a:xfrm>
            <a:off x="466344" y="3968496"/>
            <a:ext cx="5212080" cy="402336"/>
          </a:xfrm>
          <a:prstGeom prst="rect">
            <a:avLst/>
          </a:prstGeom>
          <a:noFill/>
        </p:spPr>
        <p:txBody>
          <a:bodyPr wrap="square">
            <a:spAutoFit/>
          </a:bodyPr>
          <a:lstStyle/>
          <a:p>
            <a:pPr algn="l">
              <a:spcAft>
                <a:spcPts val="400"/>
              </a:spcAft>
            </a:pPr>
            <a:r>
              <a:rPr sz="900" b="0">
                <a:solidFill>
                  <a:srgbClr val="3E444C"/>
                </a:solidFill>
                <a:latin typeface="Arial"/>
              </a:rPr>
              <a:t>Architecture study run 8, early/middle scenarios and cap-125 target. Neither hybrid won a single fold out of five.</a:t>
            </a:r>
          </a:p>
        </p:txBody>
      </p:sp>
      <p:sp>
        <p:nvSpPr>
          <p:cNvPr id="13" name="TextBox 12"/>
          <p:cNvSpPr txBox="1"/>
          <p:nvPr/>
        </p:nvSpPr>
        <p:spPr>
          <a:xfrm>
            <a:off x="5897880" y="1024128"/>
            <a:ext cx="2816351" cy="201168"/>
          </a:xfrm>
          <a:prstGeom prst="rect">
            <a:avLst/>
          </a:prstGeom>
          <a:noFill/>
        </p:spPr>
        <p:txBody>
          <a:bodyPr wrap="square">
            <a:spAutoFit/>
          </a:bodyPr>
          <a:lstStyle/>
          <a:p>
            <a:pPr algn="l">
              <a:spcAft>
                <a:spcPts val="400"/>
              </a:spcAft>
            </a:pPr>
            <a:r>
              <a:rPr sz="1050" b="1">
                <a:solidFill>
                  <a:srgbClr val="00519E"/>
                </a:solidFill>
                <a:latin typeface="Arial"/>
              </a:rPr>
              <a:t>Dedicated temporal study (run 7)</a:t>
            </a:r>
          </a:p>
        </p:txBody>
      </p:sp>
      <p:graphicFrame>
        <p:nvGraphicFramePr>
          <p:cNvPr id="14" name="Table 13"/>
          <p:cNvGraphicFramePr>
            <a:graphicFrameLocks noGrp="1"/>
          </p:cNvGraphicFramePr>
          <p:nvPr/>
        </p:nvGraphicFramePr>
        <p:xfrm>
          <a:off x="5897880" y="1280160"/>
          <a:ext cx="2999232" cy="1280160"/>
        </p:xfrm>
        <a:graphic>
          <a:graphicData uri="http://schemas.openxmlformats.org/drawingml/2006/table">
            <a:tbl>
              <a:tblPr firstRow="1" bandRow="1">
                <a:tableStyleId>{5C22544A-7EE6-4342-B048-85BDC9FD1C3A}</a:tableStyleId>
              </a:tblPr>
              <a:tblGrid>
                <a:gridCol w="1280160"/>
                <a:gridCol w="777240"/>
                <a:gridCol w="941832"/>
              </a:tblGrid>
              <a:tr h="256032">
                <a:tc>
                  <a:txBody>
                    <a:bodyPr wrap="square"/>
                    <a:lstStyle/>
                    <a:p>
                      <a:pPr algn="l">
                        <a:spcAft>
                          <a:spcPts val="0"/>
                        </a:spcAft>
                      </a:pPr>
                      <a:r>
                        <a:rPr sz="900" b="1">
                          <a:solidFill>
                            <a:srgbClr val="FFFFFF"/>
                          </a:solidFill>
                          <a:latin typeface="Arial"/>
                        </a:rPr>
                        <a:t>model</a:t>
                      </a:r>
                    </a:p>
                  </a:txBody>
                  <a:tcPr anchor="ctr">
                    <a:solidFill>
                      <a:srgbClr val="00519E"/>
                    </a:solidFill>
                  </a:tcPr>
                </a:tc>
                <a:tc>
                  <a:txBody>
                    <a:bodyPr wrap="square"/>
                    <a:lstStyle/>
                    <a:p>
                      <a:pPr algn="l">
                        <a:spcAft>
                          <a:spcPts val="0"/>
                        </a:spcAft>
                      </a:pPr>
                      <a:r>
                        <a:rPr sz="900" b="1">
                          <a:solidFill>
                            <a:srgbClr val="FFFFFF"/>
                          </a:solidFill>
                          <a:latin typeface="Arial"/>
                        </a:rPr>
                        <a:t>mean R²</a:t>
                      </a:r>
                    </a:p>
                  </a:txBody>
                  <a:tcPr anchor="ctr">
                    <a:solidFill>
                      <a:srgbClr val="00519E"/>
                    </a:solidFill>
                  </a:tcPr>
                </a:tc>
                <a:tc>
                  <a:txBody>
                    <a:bodyPr wrap="square"/>
                    <a:lstStyle/>
                    <a:p>
                      <a:pPr algn="l">
                        <a:spcAft>
                          <a:spcPts val="0"/>
                        </a:spcAft>
                      </a:pPr>
                      <a:r>
                        <a:rPr sz="900" b="1">
                          <a:solidFill>
                            <a:srgbClr val="FFFFFF"/>
                          </a:solidFill>
                          <a:latin typeface="Arial"/>
                        </a:rPr>
                        <a:t>mean RMSE</a:t>
                      </a:r>
                    </a:p>
                  </a:txBody>
                  <a:tcPr anchor="ctr">
                    <a:solidFill>
                      <a:srgbClr val="00519E"/>
                    </a:solidFill>
                  </a:tcPr>
                </a:tc>
              </a:tr>
              <a:tr h="256032">
                <a:tc>
                  <a:txBody>
                    <a:bodyPr wrap="square"/>
                    <a:lstStyle/>
                    <a:p>
                      <a:pPr algn="l">
                        <a:spcAft>
                          <a:spcPts val="0"/>
                        </a:spcAft>
                      </a:pPr>
                      <a:r>
                        <a:rPr sz="900" b="0">
                          <a:solidFill>
                            <a:srgbClr val="3E444C"/>
                          </a:solidFill>
                          <a:latin typeface="Arial"/>
                        </a:rPr>
                        <a:t>LSTM</a:t>
                      </a:r>
                    </a:p>
                  </a:txBody>
                  <a:tcPr anchor="ctr">
                    <a:solidFill>
                      <a:srgbClr val="ECF4FA"/>
                    </a:solidFill>
                  </a:tcPr>
                </a:tc>
                <a:tc>
                  <a:txBody>
                    <a:bodyPr wrap="square"/>
                    <a:lstStyle/>
                    <a:p>
                      <a:pPr algn="l">
                        <a:spcAft>
                          <a:spcPts val="0"/>
                        </a:spcAft>
                      </a:pPr>
                      <a:r>
                        <a:rPr sz="900" b="0">
                          <a:solidFill>
                            <a:srgbClr val="3E444C"/>
                          </a:solidFill>
                          <a:latin typeface="Arial"/>
                        </a:rPr>
                        <a:t>0.6531</a:t>
                      </a:r>
                    </a:p>
                  </a:txBody>
                  <a:tcPr anchor="ctr">
                    <a:solidFill>
                      <a:srgbClr val="ECF4FA"/>
                    </a:solidFill>
                  </a:tcPr>
                </a:tc>
                <a:tc>
                  <a:txBody>
                    <a:bodyPr wrap="square"/>
                    <a:lstStyle/>
                    <a:p>
                      <a:pPr algn="l">
                        <a:spcAft>
                          <a:spcPts val="0"/>
                        </a:spcAft>
                      </a:pPr>
                      <a:r>
                        <a:rPr sz="900" b="0">
                          <a:solidFill>
                            <a:srgbClr val="3E444C"/>
                          </a:solidFill>
                          <a:latin typeface="Arial"/>
                        </a:rPr>
                        <a:t>19.570</a:t>
                      </a:r>
                    </a:p>
                  </a:txBody>
                  <a:tcPr anchor="ctr">
                    <a:solidFill>
                      <a:srgbClr val="ECF4FA"/>
                    </a:solidFill>
                  </a:tcPr>
                </a:tc>
              </a:tr>
              <a:tr h="256032">
                <a:tc>
                  <a:txBody>
                    <a:bodyPr wrap="square"/>
                    <a:lstStyle/>
                    <a:p>
                      <a:pPr algn="l">
                        <a:spcAft>
                          <a:spcPts val="0"/>
                        </a:spcAft>
                      </a:pPr>
                      <a:r>
                        <a:rPr sz="900" b="0">
                          <a:solidFill>
                            <a:srgbClr val="3E444C"/>
                          </a:solidFill>
                          <a:latin typeface="Arial"/>
                        </a:rPr>
                        <a:t>GRU</a:t>
                      </a:r>
                    </a:p>
                  </a:txBody>
                  <a:tcPr anchor="ctr">
                    <a:solidFill>
                      <a:srgbClr val="FFFFFF"/>
                    </a:solidFill>
                  </a:tcPr>
                </a:tc>
                <a:tc>
                  <a:txBody>
                    <a:bodyPr wrap="square"/>
                    <a:lstStyle/>
                    <a:p>
                      <a:pPr algn="l">
                        <a:spcAft>
                          <a:spcPts val="0"/>
                        </a:spcAft>
                      </a:pPr>
                      <a:r>
                        <a:rPr sz="900" b="0">
                          <a:solidFill>
                            <a:srgbClr val="3E444C"/>
                          </a:solidFill>
                          <a:latin typeface="Arial"/>
                        </a:rPr>
                        <a:t>0.6424</a:t>
                      </a:r>
                    </a:p>
                  </a:txBody>
                  <a:tcPr anchor="ctr">
                    <a:solidFill>
                      <a:srgbClr val="FFFFFF"/>
                    </a:solidFill>
                  </a:tcPr>
                </a:tc>
                <a:tc>
                  <a:txBody>
                    <a:bodyPr wrap="square"/>
                    <a:lstStyle/>
                    <a:p>
                      <a:pPr algn="l">
                        <a:spcAft>
                          <a:spcPts val="0"/>
                        </a:spcAft>
                      </a:pPr>
                      <a:r>
                        <a:rPr sz="900" b="0">
                          <a:solidFill>
                            <a:srgbClr val="3E444C"/>
                          </a:solidFill>
                          <a:latin typeface="Arial"/>
                        </a:rPr>
                        <a:t>19.832</a:t>
                      </a:r>
                    </a:p>
                  </a:txBody>
                  <a:tcPr anchor="ctr">
                    <a:solidFill>
                      <a:srgbClr val="FFFFFF"/>
                    </a:solidFill>
                  </a:tcPr>
                </a:tc>
              </a:tr>
              <a:tr h="256032">
                <a:tc>
                  <a:txBody>
                    <a:bodyPr wrap="square"/>
                    <a:lstStyle/>
                    <a:p>
                      <a:pPr algn="l">
                        <a:spcAft>
                          <a:spcPts val="0"/>
                        </a:spcAft>
                      </a:pPr>
                      <a:r>
                        <a:rPr sz="900" b="0">
                          <a:solidFill>
                            <a:srgbClr val="3E444C"/>
                          </a:solidFill>
                          <a:latin typeface="Arial"/>
                        </a:rPr>
                        <a:t>TCN</a:t>
                      </a:r>
                    </a:p>
                  </a:txBody>
                  <a:tcPr anchor="ctr">
                    <a:solidFill>
                      <a:srgbClr val="ECF4FA"/>
                    </a:solidFill>
                  </a:tcPr>
                </a:tc>
                <a:tc>
                  <a:txBody>
                    <a:bodyPr wrap="square"/>
                    <a:lstStyle/>
                    <a:p>
                      <a:pPr algn="l">
                        <a:spcAft>
                          <a:spcPts val="0"/>
                        </a:spcAft>
                      </a:pPr>
                      <a:r>
                        <a:rPr sz="900" b="0">
                          <a:solidFill>
                            <a:srgbClr val="3E444C"/>
                          </a:solidFill>
                          <a:latin typeface="Arial"/>
                        </a:rPr>
                        <a:t>0.5969</a:t>
                      </a:r>
                    </a:p>
                  </a:txBody>
                  <a:tcPr anchor="ctr">
                    <a:solidFill>
                      <a:srgbClr val="ECF4FA"/>
                    </a:solidFill>
                  </a:tcPr>
                </a:tc>
                <a:tc>
                  <a:txBody>
                    <a:bodyPr wrap="square"/>
                    <a:lstStyle/>
                    <a:p>
                      <a:pPr algn="l">
                        <a:spcAft>
                          <a:spcPts val="0"/>
                        </a:spcAft>
                      </a:pPr>
                      <a:r>
                        <a:rPr sz="900" b="0">
                          <a:solidFill>
                            <a:srgbClr val="3E444C"/>
                          </a:solidFill>
                          <a:latin typeface="Arial"/>
                        </a:rPr>
                        <a:t>21.084</a:t>
                      </a:r>
                    </a:p>
                  </a:txBody>
                  <a:tcPr anchor="ctr">
                    <a:solidFill>
                      <a:srgbClr val="ECF4FA"/>
                    </a:solidFill>
                  </a:tcPr>
                </a:tc>
              </a:tr>
              <a:tr h="256032">
                <a:tc>
                  <a:txBody>
                    <a:bodyPr wrap="square"/>
                    <a:lstStyle/>
                    <a:p>
                      <a:pPr algn="l">
                        <a:spcAft>
                          <a:spcPts val="0"/>
                        </a:spcAft>
                      </a:pPr>
                      <a:r>
                        <a:rPr sz="900" b="0">
                          <a:solidFill>
                            <a:srgbClr val="3E444C"/>
                          </a:solidFill>
                          <a:latin typeface="Arial"/>
                        </a:rPr>
                        <a:t>Multi-scale CNN</a:t>
                      </a:r>
                    </a:p>
                  </a:txBody>
                  <a:tcPr anchor="ctr">
                    <a:solidFill>
                      <a:srgbClr val="FFFFFF"/>
                    </a:solidFill>
                  </a:tcPr>
                </a:tc>
                <a:tc>
                  <a:txBody>
                    <a:bodyPr wrap="square"/>
                    <a:lstStyle/>
                    <a:p>
                      <a:pPr algn="l">
                        <a:spcAft>
                          <a:spcPts val="0"/>
                        </a:spcAft>
                      </a:pPr>
                      <a:r>
                        <a:rPr sz="900" b="0">
                          <a:solidFill>
                            <a:srgbClr val="3E444C"/>
                          </a:solidFill>
                          <a:latin typeface="Arial"/>
                        </a:rPr>
                        <a:t>0.5325</a:t>
                      </a:r>
                    </a:p>
                  </a:txBody>
                  <a:tcPr anchor="ctr">
                    <a:solidFill>
                      <a:srgbClr val="FFFFFF"/>
                    </a:solidFill>
                  </a:tcPr>
                </a:tc>
                <a:tc>
                  <a:txBody>
                    <a:bodyPr wrap="square"/>
                    <a:lstStyle/>
                    <a:p>
                      <a:pPr algn="l">
                        <a:spcAft>
                          <a:spcPts val="0"/>
                        </a:spcAft>
                      </a:pPr>
                      <a:r>
                        <a:rPr sz="900" b="0">
                          <a:solidFill>
                            <a:srgbClr val="3E444C"/>
                          </a:solidFill>
                          <a:latin typeface="Arial"/>
                        </a:rPr>
                        <a:t>22.712</a:t>
                      </a:r>
                    </a:p>
                  </a:txBody>
                  <a:tcPr anchor="ctr">
                    <a:solidFill>
                      <a:srgbClr val="FFFFFF"/>
                    </a:solidFill>
                  </a:tcPr>
                </a:tc>
              </a:tr>
            </a:tbl>
          </a:graphicData>
        </a:graphic>
      </p:graphicFrame>
      <p:sp>
        <p:nvSpPr>
          <p:cNvPr id="15" name="TextBox 14"/>
          <p:cNvSpPr txBox="1"/>
          <p:nvPr/>
        </p:nvSpPr>
        <p:spPr>
          <a:xfrm>
            <a:off x="5897880" y="2660904"/>
            <a:ext cx="2816351" cy="1554480"/>
          </a:xfrm>
          <a:prstGeom prst="rect">
            <a:avLst/>
          </a:prstGeom>
          <a:noFill/>
        </p:spPr>
        <p:txBody>
          <a:bodyPr wrap="square">
            <a:spAutoFit/>
          </a:bodyPr>
          <a:lstStyle/>
          <a:p>
            <a:pPr algn="l">
              <a:spcAft>
                <a:spcPts val="400"/>
              </a:spcAft>
            </a:pPr>
            <a:r>
              <a:rPr sz="900" b="0">
                <a:solidFill>
                  <a:srgbClr val="3E444C"/>
                </a:solidFill>
                <a:latin typeface="Arial"/>
              </a:rPr>
              <a:t>Its own frozen sampling policy and lookback 20, so these values are not on a common scale with the left panel. The gate it had to clear was about R² 0.89 and RMSE 10.7.</a:t>
            </a:r>
          </a:p>
          <a:p>
            <a:pPr algn="l">
              <a:spcAft>
                <a:spcPts val="400"/>
              </a:spcAft>
            </a:pPr>
            <a:r>
              <a:rPr sz="900" b="0">
                <a:solidFill>
                  <a:srgbClr val="3E444C"/>
                </a:solidFill>
                <a:latin typeface="Arial"/>
              </a:rPr>
              <a:t>State the finding for the architectures, representations and budgets tested here — not as a claim about deep learning and RUL in general.</a:t>
            </a:r>
          </a:p>
        </p:txBody>
      </p:sp>
      <p:sp>
        <p:nvSpPr>
          <p:cNvPr id="16" name="TextBox 15"/>
          <p:cNvSpPr txBox="1"/>
          <p:nvPr/>
        </p:nvSpPr>
        <p:spPr>
          <a:xfrm>
            <a:off x="466344" y="4535424"/>
            <a:ext cx="8247888" cy="164592"/>
          </a:xfrm>
          <a:prstGeom prst="rect">
            <a:avLst/>
          </a:prstGeom>
          <a:noFill/>
        </p:spPr>
        <p:txBody>
          <a:bodyPr wrap="square">
            <a:spAutoFit/>
          </a:bodyPr>
          <a:lstStyle/>
          <a:p>
            <a:pPr algn="l">
              <a:spcAft>
                <a:spcPts val="400"/>
              </a:spcAft>
            </a:pPr>
            <a:r>
              <a:rPr sz="900" b="0">
                <a:solidFill>
                  <a:srgbClr val="9F9998"/>
                </a:solidFill>
                <a:latin typeface="Arial"/>
              </a:rPr>
              <a:t>Figure: repository architecture study run 8, unchanged; run 7 temporal summary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lgn="l">
              <a:spcAft>
                <a:spcPts val="400"/>
              </a:spcAft>
            </a:pPr>
            <a:r>
              <a:rPr sz="1800" b="1">
                <a:solidFill>
                  <a:srgbClr val="3E444C"/>
                </a:solidFill>
                <a:latin typeface="Arial"/>
              </a:rPr>
              <a:t>Backup: the complete cap and scenario matrix</a:t>
            </a:r>
          </a:p>
        </p:txBody>
      </p:sp>
      <p:sp>
        <p:nvSpPr>
          <p:cNvPr id="3" name="Text Placeholder 2"/>
          <p:cNvSpPr>
            <a:spLocks noGrp="1"/>
          </p:cNvSpPr>
          <p:nvPr>
            <p:ph type="body" idx="13" sz="quarter"/>
          </p:nvPr>
        </p:nvSpPr>
        <p:spPr/>
        <p:txBody>
          <a:bodyPr wrap="square"/>
          <a:lstStyle/>
          <a:p>
            <a:pPr algn="l">
              <a:spcAft>
                <a:spcPts val="400"/>
              </a:spcAft>
            </a:pPr>
            <a:r>
              <a:rPr sz="1400" b="0">
                <a:solidFill>
                  <a:srgbClr val="9F9998"/>
                </a:solidFill>
                <a:latin typeface="Arial"/>
              </a:rPr>
              <a:t>Why the two scenario profiles cannot share one R² axis</a:t>
            </a:r>
          </a:p>
        </p:txBody>
      </p:sp>
      <p:sp>
        <p:nvSpPr>
          <p:cNvPr id="7" name="Datumsplatzhalter 6">
            <a:extLst>
              <a:ext uri="{FF2B5EF4-FFF2-40B4-BE49-F238E27FC236}">
                <a16:creationId xmlns:a16="http://schemas.microsoft.com/office/drawing/2014/main" id="{124A6A03-5D2E-417E-9A62-737D1DBC92ED}"/>
              </a:ext>
              <a:ext uri="{C183D7F6-B498-43B3-948B-1728B52AA6E4}">
                <adec:decorative xmlns:adec="http://schemas.microsoft.com/office/drawing/2017/decorative" val="1"/>
              </a:ext>
            </a:extLst>
          </p:cNvPr>
          <p:cNvSpPr>
            <a:spLocks noGrp="1"/>
          </p:cNvSpPr>
          <p:nvPr>
            <p:ph type="dt" sz="half" idx="14"/>
          </p:nvPr>
        </p:nvSpPr>
        <p:spPr>
          <a:xfrm>
            <a:off x="6492240" y="4873752"/>
            <a:ext cx="1737360" cy="146304"/>
          </a:xfrm>
        </p:spPr>
        <p:txBody>
          <a:bodyPr/>
          <a:lstStyle/>
          <a:p>
            <a:pPr algn="r"/>
            <a:r>
              <a:rPr lang="de-DE"/>
              <a:t>8 September 2026</a:t>
            </a:r>
            <a:endParaRPr lang="en-US" dirty="0"/>
          </a:p>
        </p:txBody>
      </p:sp>
      <p:sp>
        <p:nvSpPr>
          <p:cNvPr id="8" name="Fußzeilenplatzhalter 7">
            <a:extLst>
              <a:ext uri="{FF2B5EF4-FFF2-40B4-BE49-F238E27FC236}">
                <a16:creationId xmlns:a16="http://schemas.microsoft.com/office/drawing/2014/main" id="{90427F68-7D65-4111-9D28-F407D044A73B}"/>
              </a:ext>
              <a:ext uri="{C183D7F6-B498-43B3-948B-1728B52AA6E4}">
                <adec:decorative xmlns:adec="http://schemas.microsoft.com/office/drawing/2017/decorative" val="1"/>
              </a:ext>
            </a:extLst>
          </p:cNvPr>
          <p:cNvSpPr>
            <a:spLocks noGrp="1"/>
          </p:cNvSpPr>
          <p:nvPr>
            <p:ph type="ftr" sz="quarter" idx="15"/>
          </p:nvPr>
        </p:nvSpPr>
        <p:spPr/>
        <p:txBody>
          <a:bodyPr/>
          <a:lstStyle/>
          <a:p>
            <a:r>
              <a:rPr lang="en-US"/>
              <a:t>UAV remaining useful life estimation</a:t>
            </a:r>
            <a:endParaRPr lang="en-US" dirty="0"/>
          </a:p>
        </p:txBody>
      </p:sp>
      <p:sp>
        <p:nvSpPr>
          <p:cNvPr id="10" name="Foliennummernplatzhalter 9">
            <a:extLst>
              <a:ext uri="{FF2B5EF4-FFF2-40B4-BE49-F238E27FC236}">
                <a16:creationId xmlns:a16="http://schemas.microsoft.com/office/drawing/2014/main" id="{BC2B8577-8AB8-42B5-8BA8-1751A412246A}"/>
              </a:ext>
              <a:ext uri="{C183D7F6-B498-43B3-948B-1728B52AA6E4}">
                <adec:decorative xmlns:adec="http://schemas.microsoft.com/office/drawing/2017/decorative" val="1"/>
              </a:ext>
            </a:extLst>
          </p:cNvPr>
          <p:cNvSpPr>
            <a:spLocks noGrp="1"/>
          </p:cNvSpPr>
          <p:nvPr>
            <p:ph type="sldNum" sz="quarter" idx="16"/>
          </p:nvPr>
        </p:nvSpPr>
        <p:spPr/>
        <p:txBody>
          <a:bodyPr/>
          <a:lstStyle/>
          <a:p>
            <a:fld id="{9E82CC3C-1DC0-4FDA-9590-6CC506AB67F8}" type="slidenum">
              <a:rPr lang="en-US" smtClean="0"/>
              <a:pPr/>
              <a:t>‹Nr.›</a:t>
            </a:fld>
            <a:endParaRPr lang="en-US" dirty="0"/>
          </a:p>
        </p:txBody>
      </p:sp>
      <p:graphicFrame>
        <p:nvGraphicFramePr>
          <p:cNvPr id="11" name="Table 10"/>
          <p:cNvGraphicFramePr>
            <a:graphicFrameLocks noGrp="1"/>
          </p:cNvGraphicFramePr>
          <p:nvPr/>
        </p:nvGraphicFramePr>
        <p:xfrm>
          <a:off x="466344" y="1042416"/>
          <a:ext cx="8247888" cy="1975104"/>
        </p:xfrm>
        <a:graphic>
          <a:graphicData uri="http://schemas.openxmlformats.org/drawingml/2006/table">
            <a:tbl>
              <a:tblPr firstRow="1" bandRow="1">
                <a:tableStyleId>{5C22544A-7EE6-4342-B048-85BDC9FD1C3A}</a:tableStyleId>
              </a:tblPr>
              <a:tblGrid>
                <a:gridCol w="1188720"/>
                <a:gridCol w="1005840"/>
                <a:gridCol w="1024128"/>
                <a:gridCol w="932688"/>
                <a:gridCol w="713232"/>
                <a:gridCol w="786384"/>
                <a:gridCol w="841248"/>
                <a:gridCol w="1755648"/>
              </a:tblGrid>
              <a:tr h="219456">
                <a:tc>
                  <a:txBody>
                    <a:bodyPr wrap="square"/>
                    <a:lstStyle/>
                    <a:p>
                      <a:pPr algn="l">
                        <a:spcAft>
                          <a:spcPts val="0"/>
                        </a:spcAft>
                      </a:pPr>
                      <a:r>
                        <a:rPr sz="900" b="1">
                          <a:solidFill>
                            <a:srgbClr val="FFFFFF"/>
                          </a:solidFill>
                          <a:latin typeface="Arial"/>
                        </a:rPr>
                        <a:t>scenarios</a:t>
                      </a:r>
                    </a:p>
                  </a:txBody>
                  <a:tcPr anchor="ctr">
                    <a:solidFill>
                      <a:srgbClr val="00519E"/>
                    </a:solidFill>
                  </a:tcPr>
                </a:tc>
                <a:tc>
                  <a:txBody>
                    <a:bodyPr wrap="square"/>
                    <a:lstStyle/>
                    <a:p>
                      <a:pPr algn="l">
                        <a:spcAft>
                          <a:spcPts val="0"/>
                        </a:spcAft>
                      </a:pPr>
                      <a:r>
                        <a:rPr sz="900" b="1">
                          <a:solidFill>
                            <a:srgbClr val="FFFFFF"/>
                          </a:solidFill>
                          <a:latin typeface="Arial"/>
                        </a:rPr>
                        <a:t>fitting target</a:t>
                      </a:r>
                    </a:p>
                  </a:txBody>
                  <a:tcPr anchor="ctr">
                    <a:solidFill>
                      <a:srgbClr val="00519E"/>
                    </a:solidFill>
                  </a:tcPr>
                </a:tc>
                <a:tc>
                  <a:txBody>
                    <a:bodyPr wrap="square"/>
                    <a:lstStyle/>
                    <a:p>
                      <a:pPr algn="l">
                        <a:spcAft>
                          <a:spcPts val="0"/>
                        </a:spcAft>
                      </a:pPr>
                      <a:r>
                        <a:rPr sz="900" b="1">
                          <a:solidFill>
                            <a:srgbClr val="FFFFFF"/>
                          </a:solidFill>
                          <a:latin typeface="Arial"/>
                        </a:rPr>
                        <a:t>model</a:t>
                      </a:r>
                    </a:p>
                  </a:txBody>
                  <a:tcPr anchor="ctr">
                    <a:solidFill>
                      <a:srgbClr val="00519E"/>
                    </a:solidFill>
                  </a:tcPr>
                </a:tc>
                <a:tc>
                  <a:txBody>
                    <a:bodyPr wrap="square"/>
                    <a:lstStyle/>
                    <a:p>
                      <a:pPr algn="l">
                        <a:spcAft>
                          <a:spcPts val="0"/>
                        </a:spcAft>
                      </a:pPr>
                      <a:r>
                        <a:rPr sz="900" b="1">
                          <a:solidFill>
                            <a:srgbClr val="FFFFFF"/>
                          </a:solidFill>
                          <a:latin typeface="Arial"/>
                        </a:rPr>
                        <a:t>inner RMSE</a:t>
                      </a:r>
                    </a:p>
                  </a:txBody>
                  <a:tcPr anchor="ctr">
                    <a:solidFill>
                      <a:srgbClr val="00519E"/>
                    </a:solidFill>
                  </a:tcPr>
                </a:tc>
                <a:tc>
                  <a:txBody>
                    <a:bodyPr wrap="square"/>
                    <a:lstStyle/>
                    <a:p>
                      <a:pPr algn="l">
                        <a:spcAft>
                          <a:spcPts val="0"/>
                        </a:spcAft>
                      </a:pPr>
                      <a:r>
                        <a:rPr sz="900" b="1">
                          <a:solidFill>
                            <a:srgbClr val="FFFFFF"/>
                          </a:solidFill>
                          <a:latin typeface="Arial"/>
                        </a:rPr>
                        <a:t>fold SD</a:t>
                      </a:r>
                    </a:p>
                  </a:txBody>
                  <a:tcPr anchor="ctr">
                    <a:solidFill>
                      <a:srgbClr val="00519E"/>
                    </a:solidFill>
                  </a:tcPr>
                </a:tc>
                <a:tc>
                  <a:txBody>
                    <a:bodyPr wrap="square"/>
                    <a:lstStyle/>
                    <a:p>
                      <a:pPr algn="l">
                        <a:spcAft>
                          <a:spcPts val="0"/>
                        </a:spcAft>
                      </a:pPr>
                      <a:r>
                        <a:rPr sz="900" b="1">
                          <a:solidFill>
                            <a:srgbClr val="FFFFFF"/>
                          </a:solidFill>
                          <a:latin typeface="Arial"/>
                        </a:rPr>
                        <a:t>inner R²</a:t>
                      </a:r>
                    </a:p>
                  </a:txBody>
                  <a:tcPr anchor="ctr">
                    <a:solidFill>
                      <a:srgbClr val="00519E"/>
                    </a:solidFill>
                  </a:tcPr>
                </a:tc>
                <a:tc>
                  <a:txBody>
                    <a:bodyPr wrap="square"/>
                    <a:lstStyle/>
                    <a:p>
                      <a:pPr algn="l">
                        <a:spcAft>
                          <a:spcPts val="0"/>
                        </a:spcAft>
                      </a:pPr>
                      <a:r>
                        <a:rPr sz="900" b="1">
                          <a:solidFill>
                            <a:srgbClr val="FFFFFF"/>
                          </a:solidFill>
                          <a:latin typeface="Arial"/>
                        </a:rPr>
                        <a:t>bias</a:t>
                      </a:r>
                    </a:p>
                  </a:txBody>
                  <a:tcPr anchor="ctr">
                    <a:solidFill>
                      <a:srgbClr val="00519E"/>
                    </a:solidFill>
                  </a:tcPr>
                </a:tc>
                <a:tc>
                  <a:txBody>
                    <a:bodyPr wrap="square"/>
                    <a:lstStyle/>
                    <a:p>
                      <a:pPr algn="l">
                        <a:spcAft>
                          <a:spcPts val="0"/>
                        </a:spcAft>
                      </a:pPr>
                      <a:r>
                        <a:rPr sz="900" b="1">
                          <a:solidFill>
                            <a:srgbClr val="FFFFFF"/>
                          </a:solidFill>
                          <a:latin typeface="Arial"/>
                        </a:rPr>
                        <a:t>overpred. rate</a:t>
                      </a:r>
                    </a:p>
                  </a:txBody>
                  <a:tcPr anchor="ctr">
                    <a:solidFill>
                      <a:srgbClr val="00519E"/>
                    </a:solidFill>
                  </a:tcPr>
                </a:tc>
              </a:tr>
              <a:tr h="219456">
                <a:tc>
                  <a:txBody>
                    <a:bodyPr wrap="square"/>
                    <a:lstStyle/>
                    <a:p>
                      <a:pPr algn="l">
                        <a:spcAft>
                          <a:spcPts val="0"/>
                        </a:spcAft>
                      </a:pPr>
                      <a:r>
                        <a:rPr sz="900" b="0">
                          <a:solidFill>
                            <a:srgbClr val="3E444C"/>
                          </a:solidFill>
                          <a:latin typeface="Arial"/>
                        </a:rPr>
                        <a:t>current</a:t>
                      </a:r>
                    </a:p>
                  </a:txBody>
                  <a:tcPr anchor="ctr">
                    <a:solidFill>
                      <a:srgbClr val="ECF4FA"/>
                    </a:solidFill>
                  </a:tcPr>
                </a:tc>
                <a:tc>
                  <a:txBody>
                    <a:bodyPr wrap="square"/>
                    <a:lstStyle/>
                    <a:p>
                      <a:pPr algn="l">
                        <a:spcAft>
                          <a:spcPts val="0"/>
                        </a:spcAft>
                      </a:pPr>
                      <a:r>
                        <a:rPr sz="900" b="0">
                          <a:solidFill>
                            <a:srgbClr val="3E444C"/>
                          </a:solidFill>
                          <a:latin typeface="Arial"/>
                        </a:rPr>
                        <a:t>raw</a:t>
                      </a:r>
                    </a:p>
                  </a:txBody>
                  <a:tcPr anchor="ctr">
                    <a:solidFill>
                      <a:srgbClr val="ECF4FA"/>
                    </a:solidFill>
                  </a:tcPr>
                </a:tc>
                <a:tc>
                  <a:txBody>
                    <a:bodyPr wrap="square"/>
                    <a:lstStyle/>
                    <a:p>
                      <a:pPr algn="l">
                        <a:spcAft>
                          <a:spcPts val="0"/>
                        </a:spcAft>
                      </a:pPr>
                      <a:r>
                        <a:rPr sz="900" b="0">
                          <a:solidFill>
                            <a:srgbClr val="3E444C"/>
                          </a:solidFill>
                          <a:latin typeface="Arial"/>
                        </a:rPr>
                        <a:t>XGBoost</a:t>
                      </a:r>
                    </a:p>
                  </a:txBody>
                  <a:tcPr anchor="ctr">
                    <a:solidFill>
                      <a:srgbClr val="ECF4FA"/>
                    </a:solidFill>
                  </a:tcPr>
                </a:tc>
                <a:tc>
                  <a:txBody>
                    <a:bodyPr wrap="square"/>
                    <a:lstStyle/>
                    <a:p>
                      <a:pPr algn="l">
                        <a:spcAft>
                          <a:spcPts val="0"/>
                        </a:spcAft>
                      </a:pPr>
                      <a:r>
                        <a:rPr sz="900" b="0">
                          <a:solidFill>
                            <a:srgbClr val="3E444C"/>
                          </a:solidFill>
                          <a:latin typeface="Arial"/>
                        </a:rPr>
                        <a:t>29.8059</a:t>
                      </a:r>
                    </a:p>
                  </a:txBody>
                  <a:tcPr anchor="ctr">
                    <a:solidFill>
                      <a:srgbClr val="ECF4FA"/>
                    </a:solidFill>
                  </a:tcPr>
                </a:tc>
                <a:tc>
                  <a:txBody>
                    <a:bodyPr wrap="square"/>
                    <a:lstStyle/>
                    <a:p>
                      <a:pPr algn="l">
                        <a:spcAft>
                          <a:spcPts val="0"/>
                        </a:spcAft>
                      </a:pPr>
                      <a:r>
                        <a:rPr sz="900" b="0">
                          <a:solidFill>
                            <a:srgbClr val="3E444C"/>
                          </a:solidFill>
                          <a:latin typeface="Arial"/>
                        </a:rPr>
                        <a:t>1.7513</a:t>
                      </a:r>
                    </a:p>
                  </a:txBody>
                  <a:tcPr anchor="ctr">
                    <a:solidFill>
                      <a:srgbClr val="ECF4FA"/>
                    </a:solidFill>
                  </a:tcPr>
                </a:tc>
                <a:tc>
                  <a:txBody>
                    <a:bodyPr wrap="square"/>
                    <a:lstStyle/>
                    <a:p>
                      <a:pPr algn="l">
                        <a:spcAft>
                          <a:spcPts val="0"/>
                        </a:spcAft>
                      </a:pPr>
                      <a:r>
                        <a:rPr sz="900" b="0">
                          <a:solidFill>
                            <a:srgbClr val="3E444C"/>
                          </a:solidFill>
                          <a:latin typeface="Arial"/>
                        </a:rPr>
                        <a:t>0.7708</a:t>
                      </a:r>
                    </a:p>
                  </a:txBody>
                  <a:tcPr anchor="ctr">
                    <a:solidFill>
                      <a:srgbClr val="ECF4FA"/>
                    </a:solidFill>
                  </a:tcPr>
                </a:tc>
                <a:tc>
                  <a:txBody>
                    <a:bodyPr wrap="square"/>
                    <a:lstStyle/>
                    <a:p>
                      <a:pPr algn="l">
                        <a:spcAft>
                          <a:spcPts val="0"/>
                        </a:spcAft>
                      </a:pPr>
                      <a:r>
                        <a:rPr sz="900" b="0">
                          <a:solidFill>
                            <a:srgbClr val="3E444C"/>
                          </a:solidFill>
                          <a:latin typeface="Arial"/>
                        </a:rPr>
                        <a:t>+5.2165</a:t>
                      </a:r>
                    </a:p>
                  </a:txBody>
                  <a:tcPr anchor="ctr">
                    <a:solidFill>
                      <a:srgbClr val="ECF4FA"/>
                    </a:solidFill>
                  </a:tcPr>
                </a:tc>
                <a:tc>
                  <a:txBody>
                    <a:bodyPr wrap="square"/>
                    <a:lstStyle/>
                    <a:p>
                      <a:pPr algn="l">
                        <a:spcAft>
                          <a:spcPts val="0"/>
                        </a:spcAft>
                      </a:pPr>
                      <a:r>
                        <a:rPr sz="900" b="0">
                          <a:solidFill>
                            <a:srgbClr val="3E444C"/>
                          </a:solidFill>
                          <a:latin typeface="Arial"/>
                        </a:rPr>
                        <a:t>67.35%</a:t>
                      </a:r>
                    </a:p>
                  </a:txBody>
                  <a:tcPr anchor="ctr">
                    <a:solidFill>
                      <a:srgbClr val="ECF4FA"/>
                    </a:solidFill>
                  </a:tcPr>
                </a:tc>
              </a:tr>
              <a:tr h="219456">
                <a:tc>
                  <a:txBody>
                    <a:bodyPr wrap="square"/>
                    <a:lstStyle/>
                    <a:p>
                      <a:pPr algn="l">
                        <a:spcAft>
                          <a:spcPts val="0"/>
                        </a:spcAft>
                      </a:pPr>
                      <a:r>
                        <a:rPr sz="900" b="0">
                          <a:solidFill>
                            <a:srgbClr val="3E444C"/>
                          </a:solidFill>
                          <a:latin typeface="Arial"/>
                        </a:rPr>
                        <a:t>current</a:t>
                      </a:r>
                    </a:p>
                  </a:txBody>
                  <a:tcPr anchor="ctr">
                    <a:solidFill>
                      <a:srgbClr val="FFFFFF"/>
                    </a:solidFill>
                  </a:tcPr>
                </a:tc>
                <a:tc>
                  <a:txBody>
                    <a:bodyPr wrap="square"/>
                    <a:lstStyle/>
                    <a:p>
                      <a:pPr algn="l">
                        <a:spcAft>
                          <a:spcPts val="0"/>
                        </a:spcAft>
                      </a:pPr>
                      <a:r>
                        <a:rPr sz="900" b="0">
                          <a:solidFill>
                            <a:srgbClr val="3E444C"/>
                          </a:solidFill>
                          <a:latin typeface="Arial"/>
                        </a:rPr>
                        <a:t>raw</a:t>
                      </a:r>
                    </a:p>
                  </a:txBody>
                  <a:tcPr anchor="ctr">
                    <a:solidFill>
                      <a:srgbClr val="FFFFFF"/>
                    </a:solidFill>
                  </a:tcPr>
                </a:tc>
                <a:tc>
                  <a:txBody>
                    <a:bodyPr wrap="square"/>
                    <a:lstStyle/>
                    <a:p>
                      <a:pPr algn="l">
                        <a:spcAft>
                          <a:spcPts val="0"/>
                        </a:spcAft>
                      </a:pPr>
                      <a:r>
                        <a:rPr sz="900" b="0">
                          <a:solidFill>
                            <a:srgbClr val="3E444C"/>
                          </a:solidFill>
                          <a:latin typeface="Arial"/>
                        </a:rPr>
                        <a:t>ExtraTrees</a:t>
                      </a:r>
                    </a:p>
                  </a:txBody>
                  <a:tcPr anchor="ctr">
                    <a:solidFill>
                      <a:srgbClr val="FFFFFF"/>
                    </a:solidFill>
                  </a:tcPr>
                </a:tc>
                <a:tc>
                  <a:txBody>
                    <a:bodyPr wrap="square"/>
                    <a:lstStyle/>
                    <a:p>
                      <a:pPr algn="l">
                        <a:spcAft>
                          <a:spcPts val="0"/>
                        </a:spcAft>
                      </a:pPr>
                      <a:r>
                        <a:rPr sz="900" b="0">
                          <a:solidFill>
                            <a:srgbClr val="3E444C"/>
                          </a:solidFill>
                          <a:latin typeface="Arial"/>
                        </a:rPr>
                        <a:t>32.7578</a:t>
                      </a:r>
                    </a:p>
                  </a:txBody>
                  <a:tcPr anchor="ctr">
                    <a:solidFill>
                      <a:srgbClr val="FFFFFF"/>
                    </a:solidFill>
                  </a:tcPr>
                </a:tc>
                <a:tc>
                  <a:txBody>
                    <a:bodyPr wrap="square"/>
                    <a:lstStyle/>
                    <a:p>
                      <a:pPr algn="l">
                        <a:spcAft>
                          <a:spcPts val="0"/>
                        </a:spcAft>
                      </a:pPr>
                      <a:r>
                        <a:rPr sz="900" b="0">
                          <a:solidFill>
                            <a:srgbClr val="3E444C"/>
                          </a:solidFill>
                          <a:latin typeface="Arial"/>
                        </a:rPr>
                        <a:t>2.6545</a:t>
                      </a:r>
                    </a:p>
                  </a:txBody>
                  <a:tcPr anchor="ctr">
                    <a:solidFill>
                      <a:srgbClr val="FFFFFF"/>
                    </a:solidFill>
                  </a:tcPr>
                </a:tc>
                <a:tc>
                  <a:txBody>
                    <a:bodyPr wrap="square"/>
                    <a:lstStyle/>
                    <a:p>
                      <a:pPr algn="l">
                        <a:spcAft>
                          <a:spcPts val="0"/>
                        </a:spcAft>
                      </a:pPr>
                      <a:r>
                        <a:rPr sz="900" b="0">
                          <a:solidFill>
                            <a:srgbClr val="3E444C"/>
                          </a:solidFill>
                          <a:latin typeface="Arial"/>
                        </a:rPr>
                        <a:t>0.7264</a:t>
                      </a:r>
                    </a:p>
                  </a:txBody>
                  <a:tcPr anchor="ctr">
                    <a:solidFill>
                      <a:srgbClr val="FFFFFF"/>
                    </a:solidFill>
                  </a:tcPr>
                </a:tc>
                <a:tc>
                  <a:txBody>
                    <a:bodyPr wrap="square"/>
                    <a:lstStyle/>
                    <a:p>
                      <a:pPr algn="l">
                        <a:spcAft>
                          <a:spcPts val="0"/>
                        </a:spcAft>
                      </a:pPr>
                      <a:r>
                        <a:rPr sz="900" b="0">
                          <a:solidFill>
                            <a:srgbClr val="3E444C"/>
                          </a:solidFill>
                          <a:latin typeface="Arial"/>
                        </a:rPr>
                        <a:t>+4.4906</a:t>
                      </a:r>
                    </a:p>
                  </a:txBody>
                  <a:tcPr anchor="ctr">
                    <a:solidFill>
                      <a:srgbClr val="FFFFFF"/>
                    </a:solidFill>
                  </a:tcPr>
                </a:tc>
                <a:tc>
                  <a:txBody>
                    <a:bodyPr wrap="square"/>
                    <a:lstStyle/>
                    <a:p>
                      <a:pPr algn="l">
                        <a:spcAft>
                          <a:spcPts val="0"/>
                        </a:spcAft>
                      </a:pPr>
                      <a:r>
                        <a:rPr sz="900" b="0">
                          <a:solidFill>
                            <a:srgbClr val="3E444C"/>
                          </a:solidFill>
                          <a:latin typeface="Arial"/>
                        </a:rPr>
                        <a:t>66.00%</a:t>
                      </a:r>
                    </a:p>
                  </a:txBody>
                  <a:tcPr anchor="ctr">
                    <a:solidFill>
                      <a:srgbClr val="FFFFFF"/>
                    </a:solidFill>
                  </a:tcPr>
                </a:tc>
              </a:tr>
              <a:tr h="219456">
                <a:tc>
                  <a:txBody>
                    <a:bodyPr wrap="square"/>
                    <a:lstStyle/>
                    <a:p>
                      <a:pPr algn="l">
                        <a:spcAft>
                          <a:spcPts val="0"/>
                        </a:spcAft>
                      </a:pPr>
                      <a:r>
                        <a:rPr sz="900" b="0">
                          <a:solidFill>
                            <a:srgbClr val="3E444C"/>
                          </a:solidFill>
                          <a:latin typeface="Arial"/>
                        </a:rPr>
                        <a:t>current</a:t>
                      </a:r>
                    </a:p>
                  </a:txBody>
                  <a:tcPr anchor="ctr">
                    <a:solidFill>
                      <a:srgbClr val="ECF4FA"/>
                    </a:solidFill>
                  </a:tcPr>
                </a:tc>
                <a:tc>
                  <a:txBody>
                    <a:bodyPr wrap="square"/>
                    <a:lstStyle/>
                    <a:p>
                      <a:pPr algn="l">
                        <a:spcAft>
                          <a:spcPts val="0"/>
                        </a:spcAft>
                      </a:pPr>
                      <a:r>
                        <a:rPr sz="900" b="0">
                          <a:solidFill>
                            <a:srgbClr val="3E444C"/>
                          </a:solidFill>
                          <a:latin typeface="Arial"/>
                        </a:rPr>
                        <a:t>cap 125</a:t>
                      </a:r>
                    </a:p>
                  </a:txBody>
                  <a:tcPr anchor="ctr">
                    <a:solidFill>
                      <a:srgbClr val="ECF4FA"/>
                    </a:solidFill>
                  </a:tcPr>
                </a:tc>
                <a:tc>
                  <a:txBody>
                    <a:bodyPr wrap="square"/>
                    <a:lstStyle/>
                    <a:p>
                      <a:pPr algn="l">
                        <a:spcAft>
                          <a:spcPts val="0"/>
                        </a:spcAft>
                      </a:pPr>
                      <a:r>
                        <a:rPr sz="900" b="0">
                          <a:solidFill>
                            <a:srgbClr val="3E444C"/>
                          </a:solidFill>
                          <a:latin typeface="Arial"/>
                        </a:rPr>
                        <a:t>XGBoost</a:t>
                      </a:r>
                    </a:p>
                  </a:txBody>
                  <a:tcPr anchor="ctr">
                    <a:solidFill>
                      <a:srgbClr val="ECF4FA"/>
                    </a:solidFill>
                  </a:tcPr>
                </a:tc>
                <a:tc>
                  <a:txBody>
                    <a:bodyPr wrap="square"/>
                    <a:lstStyle/>
                    <a:p>
                      <a:pPr algn="l">
                        <a:spcAft>
                          <a:spcPts val="0"/>
                        </a:spcAft>
                      </a:pPr>
                      <a:r>
                        <a:rPr sz="900" b="0">
                          <a:solidFill>
                            <a:srgbClr val="3E444C"/>
                          </a:solidFill>
                          <a:latin typeface="Arial"/>
                        </a:rPr>
                        <a:t>36.2141</a:t>
                      </a:r>
                    </a:p>
                  </a:txBody>
                  <a:tcPr anchor="ctr">
                    <a:solidFill>
                      <a:srgbClr val="ECF4FA"/>
                    </a:solidFill>
                  </a:tcPr>
                </a:tc>
                <a:tc>
                  <a:txBody>
                    <a:bodyPr wrap="square"/>
                    <a:lstStyle/>
                    <a:p>
                      <a:pPr algn="l">
                        <a:spcAft>
                          <a:spcPts val="0"/>
                        </a:spcAft>
                      </a:pPr>
                      <a:r>
                        <a:rPr sz="900" b="0">
                          <a:solidFill>
                            <a:srgbClr val="3E444C"/>
                          </a:solidFill>
                          <a:latin typeface="Arial"/>
                        </a:rPr>
                        <a:t>2.5645</a:t>
                      </a:r>
                    </a:p>
                  </a:txBody>
                  <a:tcPr anchor="ctr">
                    <a:solidFill>
                      <a:srgbClr val="ECF4FA"/>
                    </a:solidFill>
                  </a:tcPr>
                </a:tc>
                <a:tc>
                  <a:txBody>
                    <a:bodyPr wrap="square"/>
                    <a:lstStyle/>
                    <a:p>
                      <a:pPr algn="l">
                        <a:spcAft>
                          <a:spcPts val="0"/>
                        </a:spcAft>
                      </a:pPr>
                      <a:r>
                        <a:rPr sz="900" b="0">
                          <a:solidFill>
                            <a:srgbClr val="3E444C"/>
                          </a:solidFill>
                          <a:latin typeface="Arial"/>
                        </a:rPr>
                        <a:t>0.6690</a:t>
                      </a:r>
                    </a:p>
                  </a:txBody>
                  <a:tcPr anchor="ctr">
                    <a:solidFill>
                      <a:srgbClr val="ECF4FA"/>
                    </a:solidFill>
                  </a:tcPr>
                </a:tc>
                <a:tc>
                  <a:txBody>
                    <a:bodyPr wrap="square"/>
                    <a:lstStyle/>
                    <a:p>
                      <a:pPr algn="l">
                        <a:spcAft>
                          <a:spcPts val="0"/>
                        </a:spcAft>
                      </a:pPr>
                      <a:r>
                        <a:rPr sz="900" b="0">
                          <a:solidFill>
                            <a:srgbClr val="3E444C"/>
                          </a:solidFill>
                          <a:latin typeface="Arial"/>
                        </a:rPr>
                        <a:t>-10.8488</a:t>
                      </a:r>
                    </a:p>
                  </a:txBody>
                  <a:tcPr anchor="ctr">
                    <a:solidFill>
                      <a:srgbClr val="ECF4FA"/>
                    </a:solidFill>
                  </a:tcPr>
                </a:tc>
                <a:tc>
                  <a:txBody>
                    <a:bodyPr wrap="square"/>
                    <a:lstStyle/>
                    <a:p>
                      <a:pPr algn="l">
                        <a:spcAft>
                          <a:spcPts val="0"/>
                        </a:spcAft>
                      </a:pPr>
                      <a:r>
                        <a:rPr sz="900" b="0">
                          <a:solidFill>
                            <a:srgbClr val="3E444C"/>
                          </a:solidFill>
                          <a:latin typeface="Arial"/>
                        </a:rPr>
                        <a:t>46.70%</a:t>
                      </a:r>
                    </a:p>
                  </a:txBody>
                  <a:tcPr anchor="ctr">
                    <a:solidFill>
                      <a:srgbClr val="ECF4FA"/>
                    </a:solidFill>
                  </a:tcPr>
                </a:tc>
              </a:tr>
              <a:tr h="219456">
                <a:tc>
                  <a:txBody>
                    <a:bodyPr wrap="square"/>
                    <a:lstStyle/>
                    <a:p>
                      <a:pPr algn="l">
                        <a:spcAft>
                          <a:spcPts val="0"/>
                        </a:spcAft>
                      </a:pPr>
                      <a:r>
                        <a:rPr sz="900" b="0">
                          <a:solidFill>
                            <a:srgbClr val="3E444C"/>
                          </a:solidFill>
                          <a:latin typeface="Arial"/>
                        </a:rPr>
                        <a:t>current</a:t>
                      </a:r>
                    </a:p>
                  </a:txBody>
                  <a:tcPr anchor="ctr">
                    <a:solidFill>
                      <a:srgbClr val="FFFFFF"/>
                    </a:solidFill>
                  </a:tcPr>
                </a:tc>
                <a:tc>
                  <a:txBody>
                    <a:bodyPr wrap="square"/>
                    <a:lstStyle/>
                    <a:p>
                      <a:pPr algn="l">
                        <a:spcAft>
                          <a:spcPts val="0"/>
                        </a:spcAft>
                      </a:pPr>
                      <a:r>
                        <a:rPr sz="900" b="0">
                          <a:solidFill>
                            <a:srgbClr val="3E444C"/>
                          </a:solidFill>
                          <a:latin typeface="Arial"/>
                        </a:rPr>
                        <a:t>cap 125</a:t>
                      </a:r>
                    </a:p>
                  </a:txBody>
                  <a:tcPr anchor="ctr">
                    <a:solidFill>
                      <a:srgbClr val="FFFFFF"/>
                    </a:solidFill>
                  </a:tcPr>
                </a:tc>
                <a:tc>
                  <a:txBody>
                    <a:bodyPr wrap="square"/>
                    <a:lstStyle/>
                    <a:p>
                      <a:pPr algn="l">
                        <a:spcAft>
                          <a:spcPts val="0"/>
                        </a:spcAft>
                      </a:pPr>
                      <a:r>
                        <a:rPr sz="900" b="0">
                          <a:solidFill>
                            <a:srgbClr val="3E444C"/>
                          </a:solidFill>
                          <a:latin typeface="Arial"/>
                        </a:rPr>
                        <a:t>ExtraTrees</a:t>
                      </a:r>
                    </a:p>
                  </a:txBody>
                  <a:tcPr anchor="ctr">
                    <a:solidFill>
                      <a:srgbClr val="FFFFFF"/>
                    </a:solidFill>
                  </a:tcPr>
                </a:tc>
                <a:tc>
                  <a:txBody>
                    <a:bodyPr wrap="square"/>
                    <a:lstStyle/>
                    <a:p>
                      <a:pPr algn="l">
                        <a:spcAft>
                          <a:spcPts val="0"/>
                        </a:spcAft>
                      </a:pPr>
                      <a:r>
                        <a:rPr sz="900" b="0">
                          <a:solidFill>
                            <a:srgbClr val="3E444C"/>
                          </a:solidFill>
                          <a:latin typeface="Arial"/>
                        </a:rPr>
                        <a:t>37.1100</a:t>
                      </a:r>
                    </a:p>
                  </a:txBody>
                  <a:tcPr anchor="ctr">
                    <a:solidFill>
                      <a:srgbClr val="FFFFFF"/>
                    </a:solidFill>
                  </a:tcPr>
                </a:tc>
                <a:tc>
                  <a:txBody>
                    <a:bodyPr wrap="square"/>
                    <a:lstStyle/>
                    <a:p>
                      <a:pPr algn="l">
                        <a:spcAft>
                          <a:spcPts val="0"/>
                        </a:spcAft>
                      </a:pPr>
                      <a:r>
                        <a:rPr sz="900" b="0">
                          <a:solidFill>
                            <a:srgbClr val="3E444C"/>
                          </a:solidFill>
                          <a:latin typeface="Arial"/>
                        </a:rPr>
                        <a:t>2.5884</a:t>
                      </a:r>
                    </a:p>
                  </a:txBody>
                  <a:tcPr anchor="ctr">
                    <a:solidFill>
                      <a:srgbClr val="FFFFFF"/>
                    </a:solidFill>
                  </a:tcPr>
                </a:tc>
                <a:tc>
                  <a:txBody>
                    <a:bodyPr wrap="square"/>
                    <a:lstStyle/>
                    <a:p>
                      <a:pPr algn="l">
                        <a:spcAft>
                          <a:spcPts val="0"/>
                        </a:spcAft>
                      </a:pPr>
                      <a:r>
                        <a:rPr sz="900" b="0">
                          <a:solidFill>
                            <a:srgbClr val="3E444C"/>
                          </a:solidFill>
                          <a:latin typeface="Arial"/>
                        </a:rPr>
                        <a:t>0.6525</a:t>
                      </a:r>
                    </a:p>
                  </a:txBody>
                  <a:tcPr anchor="ctr">
                    <a:solidFill>
                      <a:srgbClr val="FFFFFF"/>
                    </a:solidFill>
                  </a:tcPr>
                </a:tc>
                <a:tc>
                  <a:txBody>
                    <a:bodyPr wrap="square"/>
                    <a:lstStyle/>
                    <a:p>
                      <a:pPr algn="l">
                        <a:spcAft>
                          <a:spcPts val="0"/>
                        </a:spcAft>
                      </a:pPr>
                      <a:r>
                        <a:rPr sz="900" b="0">
                          <a:solidFill>
                            <a:srgbClr val="3E444C"/>
                          </a:solidFill>
                          <a:latin typeface="Arial"/>
                        </a:rPr>
                        <a:t>-10.7370</a:t>
                      </a:r>
                    </a:p>
                  </a:txBody>
                  <a:tcPr anchor="ctr">
                    <a:solidFill>
                      <a:srgbClr val="FFFFFF"/>
                    </a:solidFill>
                  </a:tcPr>
                </a:tc>
                <a:tc>
                  <a:txBody>
                    <a:bodyPr wrap="square"/>
                    <a:lstStyle/>
                    <a:p>
                      <a:pPr algn="l">
                        <a:spcAft>
                          <a:spcPts val="0"/>
                        </a:spcAft>
                      </a:pPr>
                      <a:r>
                        <a:rPr sz="900" b="0">
                          <a:solidFill>
                            <a:srgbClr val="3E444C"/>
                          </a:solidFill>
                          <a:latin typeface="Arial"/>
                        </a:rPr>
                        <a:t>50.95%</a:t>
                      </a:r>
                    </a:p>
                  </a:txBody>
                  <a:tcPr anchor="ctr">
                    <a:solidFill>
                      <a:srgbClr val="FFFFFF"/>
                    </a:solidFill>
                  </a:tcPr>
                </a:tc>
              </a:tr>
              <a:tr h="219456">
                <a:tc>
                  <a:txBody>
                    <a:bodyPr wrap="square"/>
                    <a:lstStyle/>
                    <a:p>
                      <a:pPr algn="l">
                        <a:spcAft>
                          <a:spcPts val="0"/>
                        </a:spcAft>
                      </a:pPr>
                      <a:r>
                        <a:rPr sz="900" b="0">
                          <a:solidFill>
                            <a:srgbClr val="3E444C"/>
                          </a:solidFill>
                          <a:latin typeface="Arial"/>
                        </a:rPr>
                        <a:t>early/middle</a:t>
                      </a:r>
                    </a:p>
                  </a:txBody>
                  <a:tcPr anchor="ctr">
                    <a:solidFill>
                      <a:srgbClr val="ECF4FA"/>
                    </a:solidFill>
                  </a:tcPr>
                </a:tc>
                <a:tc>
                  <a:txBody>
                    <a:bodyPr wrap="square"/>
                    <a:lstStyle/>
                    <a:p>
                      <a:pPr algn="l">
                        <a:spcAft>
                          <a:spcPts val="0"/>
                        </a:spcAft>
                      </a:pPr>
                      <a:r>
                        <a:rPr sz="900" b="0">
                          <a:solidFill>
                            <a:srgbClr val="3E444C"/>
                          </a:solidFill>
                          <a:latin typeface="Arial"/>
                        </a:rPr>
                        <a:t>raw</a:t>
                      </a:r>
                    </a:p>
                  </a:txBody>
                  <a:tcPr anchor="ctr">
                    <a:solidFill>
                      <a:srgbClr val="ECF4FA"/>
                    </a:solidFill>
                  </a:tcPr>
                </a:tc>
                <a:tc>
                  <a:txBody>
                    <a:bodyPr wrap="square"/>
                    <a:lstStyle/>
                    <a:p>
                      <a:pPr algn="l">
                        <a:spcAft>
                          <a:spcPts val="0"/>
                        </a:spcAft>
                      </a:pPr>
                      <a:r>
                        <a:rPr sz="900" b="0">
                          <a:solidFill>
                            <a:srgbClr val="3E444C"/>
                          </a:solidFill>
                          <a:latin typeface="Arial"/>
                        </a:rPr>
                        <a:t>XGBoost</a:t>
                      </a:r>
                    </a:p>
                  </a:txBody>
                  <a:tcPr anchor="ctr">
                    <a:solidFill>
                      <a:srgbClr val="ECF4FA"/>
                    </a:solidFill>
                  </a:tcPr>
                </a:tc>
                <a:tc>
                  <a:txBody>
                    <a:bodyPr wrap="square"/>
                    <a:lstStyle/>
                    <a:p>
                      <a:pPr algn="l">
                        <a:spcAft>
                          <a:spcPts val="0"/>
                        </a:spcAft>
                      </a:pPr>
                      <a:r>
                        <a:rPr sz="900" b="0">
                          <a:solidFill>
                            <a:srgbClr val="3E444C"/>
                          </a:solidFill>
                          <a:latin typeface="Arial"/>
                        </a:rPr>
                        <a:t>23.3667</a:t>
                      </a:r>
                    </a:p>
                  </a:txBody>
                  <a:tcPr anchor="ctr">
                    <a:solidFill>
                      <a:srgbClr val="ECF4FA"/>
                    </a:solidFill>
                  </a:tcPr>
                </a:tc>
                <a:tc>
                  <a:txBody>
                    <a:bodyPr wrap="square"/>
                    <a:lstStyle/>
                    <a:p>
                      <a:pPr algn="l">
                        <a:spcAft>
                          <a:spcPts val="0"/>
                        </a:spcAft>
                      </a:pPr>
                      <a:r>
                        <a:rPr sz="900" b="0">
                          <a:solidFill>
                            <a:srgbClr val="3E444C"/>
                          </a:solidFill>
                          <a:latin typeface="Arial"/>
                        </a:rPr>
                        <a:t>1.5326</a:t>
                      </a:r>
                    </a:p>
                  </a:txBody>
                  <a:tcPr anchor="ctr">
                    <a:solidFill>
                      <a:srgbClr val="ECF4FA"/>
                    </a:solidFill>
                  </a:tcPr>
                </a:tc>
                <a:tc>
                  <a:txBody>
                    <a:bodyPr wrap="square"/>
                    <a:lstStyle/>
                    <a:p>
                      <a:pPr algn="l">
                        <a:spcAft>
                          <a:spcPts val="0"/>
                        </a:spcAft>
                      </a:pPr>
                      <a:r>
                        <a:rPr sz="900" b="0">
                          <a:solidFill>
                            <a:srgbClr val="3E444C"/>
                          </a:solidFill>
                          <a:latin typeface="Arial"/>
                        </a:rPr>
                        <a:t>0.4867</a:t>
                      </a:r>
                    </a:p>
                  </a:txBody>
                  <a:tcPr anchor="ctr">
                    <a:solidFill>
                      <a:srgbClr val="ECF4FA"/>
                    </a:solidFill>
                  </a:tcPr>
                </a:tc>
                <a:tc>
                  <a:txBody>
                    <a:bodyPr wrap="square"/>
                    <a:lstStyle/>
                    <a:p>
                      <a:pPr algn="l">
                        <a:spcAft>
                          <a:spcPts val="0"/>
                        </a:spcAft>
                      </a:pPr>
                      <a:r>
                        <a:rPr sz="900" b="0">
                          <a:solidFill>
                            <a:srgbClr val="3E444C"/>
                          </a:solidFill>
                          <a:latin typeface="Arial"/>
                        </a:rPr>
                        <a:t>+11.4973</a:t>
                      </a:r>
                    </a:p>
                  </a:txBody>
                  <a:tcPr anchor="ctr">
                    <a:solidFill>
                      <a:srgbClr val="ECF4FA"/>
                    </a:solidFill>
                  </a:tcPr>
                </a:tc>
                <a:tc>
                  <a:txBody>
                    <a:bodyPr wrap="square"/>
                    <a:lstStyle/>
                    <a:p>
                      <a:pPr algn="l">
                        <a:spcAft>
                          <a:spcPts val="0"/>
                        </a:spcAft>
                      </a:pPr>
                      <a:r>
                        <a:rPr sz="900" b="0">
                          <a:solidFill>
                            <a:srgbClr val="3E444C"/>
                          </a:solidFill>
                          <a:latin typeface="Arial"/>
                        </a:rPr>
                        <a:t>71.35%</a:t>
                      </a:r>
                    </a:p>
                  </a:txBody>
                  <a:tcPr anchor="ctr">
                    <a:solidFill>
                      <a:srgbClr val="ECF4FA"/>
                    </a:solidFill>
                  </a:tcPr>
                </a:tc>
              </a:tr>
              <a:tr h="219456">
                <a:tc>
                  <a:txBody>
                    <a:bodyPr wrap="square"/>
                    <a:lstStyle/>
                    <a:p>
                      <a:pPr algn="l">
                        <a:spcAft>
                          <a:spcPts val="0"/>
                        </a:spcAft>
                      </a:pPr>
                      <a:r>
                        <a:rPr sz="900" b="0">
                          <a:solidFill>
                            <a:srgbClr val="3E444C"/>
                          </a:solidFill>
                          <a:latin typeface="Arial"/>
                        </a:rPr>
                        <a:t>early/middle</a:t>
                      </a:r>
                    </a:p>
                  </a:txBody>
                  <a:tcPr anchor="ctr">
                    <a:solidFill>
                      <a:srgbClr val="FFFFFF"/>
                    </a:solidFill>
                  </a:tcPr>
                </a:tc>
                <a:tc>
                  <a:txBody>
                    <a:bodyPr wrap="square"/>
                    <a:lstStyle/>
                    <a:p>
                      <a:pPr algn="l">
                        <a:spcAft>
                          <a:spcPts val="0"/>
                        </a:spcAft>
                      </a:pPr>
                      <a:r>
                        <a:rPr sz="900" b="0">
                          <a:solidFill>
                            <a:srgbClr val="3E444C"/>
                          </a:solidFill>
                          <a:latin typeface="Arial"/>
                        </a:rPr>
                        <a:t>raw</a:t>
                      </a:r>
                    </a:p>
                  </a:txBody>
                  <a:tcPr anchor="ctr">
                    <a:solidFill>
                      <a:srgbClr val="FFFFFF"/>
                    </a:solidFill>
                  </a:tcPr>
                </a:tc>
                <a:tc>
                  <a:txBody>
                    <a:bodyPr wrap="square"/>
                    <a:lstStyle/>
                    <a:p>
                      <a:pPr algn="l">
                        <a:spcAft>
                          <a:spcPts val="0"/>
                        </a:spcAft>
                      </a:pPr>
                      <a:r>
                        <a:rPr sz="900" b="0">
                          <a:solidFill>
                            <a:srgbClr val="3E444C"/>
                          </a:solidFill>
                          <a:latin typeface="Arial"/>
                        </a:rPr>
                        <a:t>ExtraTrees</a:t>
                      </a:r>
                    </a:p>
                  </a:txBody>
                  <a:tcPr anchor="ctr">
                    <a:solidFill>
                      <a:srgbClr val="FFFFFF"/>
                    </a:solidFill>
                  </a:tcPr>
                </a:tc>
                <a:tc>
                  <a:txBody>
                    <a:bodyPr wrap="square"/>
                    <a:lstStyle/>
                    <a:p>
                      <a:pPr algn="l">
                        <a:spcAft>
                          <a:spcPts val="0"/>
                        </a:spcAft>
                      </a:pPr>
                      <a:r>
                        <a:rPr sz="900" b="0">
                          <a:solidFill>
                            <a:srgbClr val="3E444C"/>
                          </a:solidFill>
                          <a:latin typeface="Arial"/>
                        </a:rPr>
                        <a:t>26.6406</a:t>
                      </a:r>
                    </a:p>
                  </a:txBody>
                  <a:tcPr anchor="ctr">
                    <a:solidFill>
                      <a:srgbClr val="FFFFFF"/>
                    </a:solidFill>
                  </a:tcPr>
                </a:tc>
                <a:tc>
                  <a:txBody>
                    <a:bodyPr wrap="square"/>
                    <a:lstStyle/>
                    <a:p>
                      <a:pPr algn="l">
                        <a:spcAft>
                          <a:spcPts val="0"/>
                        </a:spcAft>
                      </a:pPr>
                      <a:r>
                        <a:rPr sz="900" b="0">
                          <a:solidFill>
                            <a:srgbClr val="3E444C"/>
                          </a:solidFill>
                          <a:latin typeface="Arial"/>
                        </a:rPr>
                        <a:t>2.9202</a:t>
                      </a:r>
                    </a:p>
                  </a:txBody>
                  <a:tcPr anchor="ctr">
                    <a:solidFill>
                      <a:srgbClr val="FFFFFF"/>
                    </a:solidFill>
                  </a:tcPr>
                </a:tc>
                <a:tc>
                  <a:txBody>
                    <a:bodyPr wrap="square"/>
                    <a:lstStyle/>
                    <a:p>
                      <a:pPr algn="l">
                        <a:spcAft>
                          <a:spcPts val="0"/>
                        </a:spcAft>
                      </a:pPr>
                      <a:r>
                        <a:rPr sz="900" b="0">
                          <a:solidFill>
                            <a:srgbClr val="3E444C"/>
                          </a:solidFill>
                          <a:latin typeface="Arial"/>
                        </a:rPr>
                        <a:t>0.2703</a:t>
                      </a:r>
                    </a:p>
                  </a:txBody>
                  <a:tcPr anchor="ctr">
                    <a:solidFill>
                      <a:srgbClr val="FFFFFF"/>
                    </a:solidFill>
                  </a:tcPr>
                </a:tc>
                <a:tc>
                  <a:txBody>
                    <a:bodyPr wrap="square"/>
                    <a:lstStyle/>
                    <a:p>
                      <a:pPr algn="l">
                        <a:spcAft>
                          <a:spcPts val="0"/>
                        </a:spcAft>
                      </a:pPr>
                      <a:r>
                        <a:rPr sz="900" b="0">
                          <a:solidFill>
                            <a:srgbClr val="3E444C"/>
                          </a:solidFill>
                          <a:latin typeface="Arial"/>
                        </a:rPr>
                        <a:t>+10.6021</a:t>
                      </a:r>
                    </a:p>
                  </a:txBody>
                  <a:tcPr anchor="ctr">
                    <a:solidFill>
                      <a:srgbClr val="FFFFFF"/>
                    </a:solidFill>
                  </a:tcPr>
                </a:tc>
                <a:tc>
                  <a:txBody>
                    <a:bodyPr wrap="square"/>
                    <a:lstStyle/>
                    <a:p>
                      <a:pPr algn="l">
                        <a:spcAft>
                          <a:spcPts val="0"/>
                        </a:spcAft>
                      </a:pPr>
                      <a:r>
                        <a:rPr sz="900" b="0">
                          <a:solidFill>
                            <a:srgbClr val="3E444C"/>
                          </a:solidFill>
                          <a:latin typeface="Arial"/>
                        </a:rPr>
                        <a:t>67.60%</a:t>
                      </a:r>
                    </a:p>
                  </a:txBody>
                  <a:tcPr anchor="ctr">
                    <a:solidFill>
                      <a:srgbClr val="FFFFFF"/>
                    </a:solidFill>
                  </a:tcPr>
                </a:tc>
              </a:tr>
              <a:tr h="219456">
                <a:tc>
                  <a:txBody>
                    <a:bodyPr wrap="square"/>
                    <a:lstStyle/>
                    <a:p>
                      <a:pPr algn="l">
                        <a:spcAft>
                          <a:spcPts val="0"/>
                        </a:spcAft>
                      </a:pPr>
                      <a:r>
                        <a:rPr sz="900" b="1">
                          <a:solidFill>
                            <a:srgbClr val="00519E"/>
                          </a:solidFill>
                          <a:latin typeface="Arial"/>
                        </a:rPr>
                        <a:t>early/middle</a:t>
                      </a:r>
                    </a:p>
                  </a:txBody>
                  <a:tcPr anchor="ctr">
                    <a:solidFill>
                      <a:srgbClr val="ECF4FA"/>
                    </a:solidFill>
                  </a:tcPr>
                </a:tc>
                <a:tc>
                  <a:txBody>
                    <a:bodyPr wrap="square"/>
                    <a:lstStyle/>
                    <a:p>
                      <a:pPr algn="l">
                        <a:spcAft>
                          <a:spcPts val="0"/>
                        </a:spcAft>
                      </a:pPr>
                      <a:r>
                        <a:rPr sz="900" b="1">
                          <a:solidFill>
                            <a:srgbClr val="00519E"/>
                          </a:solidFill>
                          <a:latin typeface="Arial"/>
                        </a:rPr>
                        <a:t>cap 125</a:t>
                      </a:r>
                    </a:p>
                  </a:txBody>
                  <a:tcPr anchor="ctr">
                    <a:solidFill>
                      <a:srgbClr val="ECF4FA"/>
                    </a:solidFill>
                  </a:tcPr>
                </a:tc>
                <a:tc>
                  <a:txBody>
                    <a:bodyPr wrap="square"/>
                    <a:lstStyle/>
                    <a:p>
                      <a:pPr algn="l">
                        <a:spcAft>
                          <a:spcPts val="0"/>
                        </a:spcAft>
                      </a:pPr>
                      <a:r>
                        <a:rPr sz="900" b="1">
                          <a:solidFill>
                            <a:srgbClr val="00519E"/>
                          </a:solidFill>
                          <a:latin typeface="Arial"/>
                        </a:rPr>
                        <a:t>XGBoost</a:t>
                      </a:r>
                    </a:p>
                  </a:txBody>
                  <a:tcPr anchor="ctr">
                    <a:solidFill>
                      <a:srgbClr val="ECF4FA"/>
                    </a:solidFill>
                  </a:tcPr>
                </a:tc>
                <a:tc>
                  <a:txBody>
                    <a:bodyPr wrap="square"/>
                    <a:lstStyle/>
                    <a:p>
                      <a:pPr algn="l">
                        <a:spcAft>
                          <a:spcPts val="0"/>
                        </a:spcAft>
                      </a:pPr>
                      <a:r>
                        <a:rPr sz="900" b="1">
                          <a:solidFill>
                            <a:srgbClr val="00519E"/>
                          </a:solidFill>
                          <a:latin typeface="Arial"/>
                        </a:rPr>
                        <a:t>11.9746</a:t>
                      </a:r>
                    </a:p>
                  </a:txBody>
                  <a:tcPr anchor="ctr">
                    <a:solidFill>
                      <a:srgbClr val="ECF4FA"/>
                    </a:solidFill>
                  </a:tcPr>
                </a:tc>
                <a:tc>
                  <a:txBody>
                    <a:bodyPr wrap="square"/>
                    <a:lstStyle/>
                    <a:p>
                      <a:pPr algn="l">
                        <a:spcAft>
                          <a:spcPts val="0"/>
                        </a:spcAft>
                      </a:pPr>
                      <a:r>
                        <a:rPr sz="900" b="1">
                          <a:solidFill>
                            <a:srgbClr val="00519E"/>
                          </a:solidFill>
                          <a:latin typeface="Arial"/>
                        </a:rPr>
                        <a:t>0.9418</a:t>
                      </a:r>
                    </a:p>
                  </a:txBody>
                  <a:tcPr anchor="ctr">
                    <a:solidFill>
                      <a:srgbClr val="ECF4FA"/>
                    </a:solidFill>
                  </a:tcPr>
                </a:tc>
                <a:tc>
                  <a:txBody>
                    <a:bodyPr wrap="square"/>
                    <a:lstStyle/>
                    <a:p>
                      <a:pPr algn="l">
                        <a:spcAft>
                          <a:spcPts val="0"/>
                        </a:spcAft>
                      </a:pPr>
                      <a:r>
                        <a:rPr sz="900" b="1">
                          <a:solidFill>
                            <a:srgbClr val="00519E"/>
                          </a:solidFill>
                          <a:latin typeface="Arial"/>
                        </a:rPr>
                        <a:t>0.8661</a:t>
                      </a:r>
                    </a:p>
                  </a:txBody>
                  <a:tcPr anchor="ctr">
                    <a:solidFill>
                      <a:srgbClr val="ECF4FA"/>
                    </a:solidFill>
                  </a:tcPr>
                </a:tc>
                <a:tc>
                  <a:txBody>
                    <a:bodyPr wrap="square"/>
                    <a:lstStyle/>
                    <a:p>
                      <a:pPr algn="l">
                        <a:spcAft>
                          <a:spcPts val="0"/>
                        </a:spcAft>
                      </a:pPr>
                      <a:r>
                        <a:rPr sz="900" b="1">
                          <a:solidFill>
                            <a:srgbClr val="00519E"/>
                          </a:solidFill>
                          <a:latin typeface="Arial"/>
                        </a:rPr>
                        <a:t>-0.9007</a:t>
                      </a:r>
                    </a:p>
                  </a:txBody>
                  <a:tcPr anchor="ctr">
                    <a:solidFill>
                      <a:srgbClr val="ECF4FA"/>
                    </a:solidFill>
                  </a:tcPr>
                </a:tc>
                <a:tc>
                  <a:txBody>
                    <a:bodyPr wrap="square"/>
                    <a:lstStyle/>
                    <a:p>
                      <a:pPr algn="l">
                        <a:spcAft>
                          <a:spcPts val="0"/>
                        </a:spcAft>
                      </a:pPr>
                      <a:r>
                        <a:rPr sz="900" b="1">
                          <a:solidFill>
                            <a:srgbClr val="00519E"/>
                          </a:solidFill>
                          <a:latin typeface="Arial"/>
                        </a:rPr>
                        <a:t>47.30%</a:t>
                      </a:r>
                    </a:p>
                  </a:txBody>
                  <a:tcPr anchor="ctr">
                    <a:solidFill>
                      <a:srgbClr val="ECF4FA"/>
                    </a:solidFill>
                  </a:tcPr>
                </a:tc>
              </a:tr>
              <a:tr h="219456">
                <a:tc>
                  <a:txBody>
                    <a:bodyPr wrap="square"/>
                    <a:lstStyle/>
                    <a:p>
                      <a:pPr algn="l">
                        <a:spcAft>
                          <a:spcPts val="0"/>
                        </a:spcAft>
                      </a:pPr>
                      <a:r>
                        <a:rPr sz="900" b="1">
                          <a:solidFill>
                            <a:srgbClr val="00519E"/>
                          </a:solidFill>
                          <a:latin typeface="Arial"/>
                        </a:rPr>
                        <a:t>early/middle</a:t>
                      </a:r>
                    </a:p>
                  </a:txBody>
                  <a:tcPr anchor="ctr">
                    <a:solidFill>
                      <a:srgbClr val="FFFFFF"/>
                    </a:solidFill>
                  </a:tcPr>
                </a:tc>
                <a:tc>
                  <a:txBody>
                    <a:bodyPr wrap="square"/>
                    <a:lstStyle/>
                    <a:p>
                      <a:pPr algn="l">
                        <a:spcAft>
                          <a:spcPts val="0"/>
                        </a:spcAft>
                      </a:pPr>
                      <a:r>
                        <a:rPr sz="900" b="1">
                          <a:solidFill>
                            <a:srgbClr val="00519E"/>
                          </a:solidFill>
                          <a:latin typeface="Arial"/>
                        </a:rPr>
                        <a:t>cap 125</a:t>
                      </a:r>
                    </a:p>
                  </a:txBody>
                  <a:tcPr anchor="ctr">
                    <a:solidFill>
                      <a:srgbClr val="FFFFFF"/>
                    </a:solidFill>
                  </a:tcPr>
                </a:tc>
                <a:tc>
                  <a:txBody>
                    <a:bodyPr wrap="square"/>
                    <a:lstStyle/>
                    <a:p>
                      <a:pPr algn="l">
                        <a:spcAft>
                          <a:spcPts val="0"/>
                        </a:spcAft>
                      </a:pPr>
                      <a:r>
                        <a:rPr sz="900" b="1">
                          <a:solidFill>
                            <a:srgbClr val="00519E"/>
                          </a:solidFill>
                          <a:latin typeface="Arial"/>
                        </a:rPr>
                        <a:t>ExtraTrees</a:t>
                      </a:r>
                    </a:p>
                  </a:txBody>
                  <a:tcPr anchor="ctr">
                    <a:solidFill>
                      <a:srgbClr val="FFFFFF"/>
                    </a:solidFill>
                  </a:tcPr>
                </a:tc>
                <a:tc>
                  <a:txBody>
                    <a:bodyPr wrap="square"/>
                    <a:lstStyle/>
                    <a:p>
                      <a:pPr algn="l">
                        <a:spcAft>
                          <a:spcPts val="0"/>
                        </a:spcAft>
                      </a:pPr>
                      <a:r>
                        <a:rPr sz="900" b="1">
                          <a:solidFill>
                            <a:srgbClr val="00519E"/>
                          </a:solidFill>
                          <a:latin typeface="Arial"/>
                        </a:rPr>
                        <a:t>12.2693</a:t>
                      </a:r>
                    </a:p>
                  </a:txBody>
                  <a:tcPr anchor="ctr">
                    <a:solidFill>
                      <a:srgbClr val="FFFFFF"/>
                    </a:solidFill>
                  </a:tcPr>
                </a:tc>
                <a:tc>
                  <a:txBody>
                    <a:bodyPr wrap="square"/>
                    <a:lstStyle/>
                    <a:p>
                      <a:pPr algn="l">
                        <a:spcAft>
                          <a:spcPts val="0"/>
                        </a:spcAft>
                      </a:pPr>
                      <a:r>
                        <a:rPr sz="900" b="1">
                          <a:solidFill>
                            <a:srgbClr val="00519E"/>
                          </a:solidFill>
                          <a:latin typeface="Arial"/>
                        </a:rPr>
                        <a:t>0.8427</a:t>
                      </a:r>
                    </a:p>
                  </a:txBody>
                  <a:tcPr anchor="ctr">
                    <a:solidFill>
                      <a:srgbClr val="FFFFFF"/>
                    </a:solidFill>
                  </a:tcPr>
                </a:tc>
                <a:tc>
                  <a:txBody>
                    <a:bodyPr wrap="square"/>
                    <a:lstStyle/>
                    <a:p>
                      <a:pPr algn="l">
                        <a:spcAft>
                          <a:spcPts val="0"/>
                        </a:spcAft>
                      </a:pPr>
                      <a:r>
                        <a:rPr sz="900" b="1">
                          <a:solidFill>
                            <a:srgbClr val="00519E"/>
                          </a:solidFill>
                          <a:latin typeface="Arial"/>
                        </a:rPr>
                        <a:t>0.8598</a:t>
                      </a:r>
                    </a:p>
                  </a:txBody>
                  <a:tcPr anchor="ctr">
                    <a:solidFill>
                      <a:srgbClr val="FFFFFF"/>
                    </a:solidFill>
                  </a:tcPr>
                </a:tc>
                <a:tc>
                  <a:txBody>
                    <a:bodyPr wrap="square"/>
                    <a:lstStyle/>
                    <a:p>
                      <a:pPr algn="l">
                        <a:spcAft>
                          <a:spcPts val="0"/>
                        </a:spcAft>
                      </a:pPr>
                      <a:r>
                        <a:rPr sz="900" b="1">
                          <a:solidFill>
                            <a:srgbClr val="00519E"/>
                          </a:solidFill>
                          <a:latin typeface="Arial"/>
                        </a:rPr>
                        <a:t>-1.0864</a:t>
                      </a:r>
                    </a:p>
                  </a:txBody>
                  <a:tcPr anchor="ctr">
                    <a:solidFill>
                      <a:srgbClr val="FFFFFF"/>
                    </a:solidFill>
                  </a:tcPr>
                </a:tc>
                <a:tc>
                  <a:txBody>
                    <a:bodyPr wrap="square"/>
                    <a:lstStyle/>
                    <a:p>
                      <a:pPr algn="l">
                        <a:spcAft>
                          <a:spcPts val="0"/>
                        </a:spcAft>
                      </a:pPr>
                      <a:r>
                        <a:rPr sz="900" b="1">
                          <a:solidFill>
                            <a:srgbClr val="00519E"/>
                          </a:solidFill>
                          <a:latin typeface="Arial"/>
                        </a:rPr>
                        <a:t>47.15%</a:t>
                      </a:r>
                    </a:p>
                  </a:txBody>
                  <a:tcPr anchor="ctr">
                    <a:solidFill>
                      <a:srgbClr val="FFFFFF"/>
                    </a:solidFill>
                  </a:tcPr>
                </a:tc>
              </a:tr>
            </a:tbl>
          </a:graphicData>
        </a:graphic>
      </p:graphicFrame>
      <p:sp>
        <p:nvSpPr>
          <p:cNvPr id="12" name="TextBox 11"/>
          <p:cNvSpPr txBox="1"/>
          <p:nvPr/>
        </p:nvSpPr>
        <p:spPr>
          <a:xfrm>
            <a:off x="466344" y="3163824"/>
            <a:ext cx="8247888" cy="914400"/>
          </a:xfrm>
          <a:prstGeom prst="rect">
            <a:avLst/>
          </a:prstGeom>
          <a:noFill/>
        </p:spPr>
        <p:txBody>
          <a:bodyPr wrap="square">
            <a:spAutoFit/>
          </a:bodyPr>
          <a:lstStyle/>
          <a:p>
            <a:pPr algn="l">
              <a:spcAft>
                <a:spcPts val="400"/>
              </a:spcAft>
            </a:pPr>
            <a:r>
              <a:rPr sz="1000" b="0">
                <a:solidFill>
                  <a:srgbClr val="3E444C"/>
                </a:solidFill>
                <a:latin typeface="Arial"/>
              </a:rPr>
              <a:t>The early/middle profile assigns test-like cutoffs only where true RUL lies between 1 and 125. Matching the cutoff marginal does not make the joint distribution match the hidden test endpoints, and restricting the target support changes the variance in the R² denominator. The fitting cap of 125 is a separate mechanism from evaluation-target support and from prediction clipping; metrics always use raw endpoint labels, and the only clipping applied is a nonnegative floor.</a:t>
            </a:r>
          </a:p>
        </p:txBody>
      </p:sp>
      <p:sp>
        <p:nvSpPr>
          <p:cNvPr id="13" name="TextBox 12"/>
          <p:cNvSpPr txBox="1"/>
          <p:nvPr/>
        </p:nvSpPr>
        <p:spPr>
          <a:xfrm>
            <a:off x="466344" y="4535424"/>
            <a:ext cx="8247888" cy="164592"/>
          </a:xfrm>
          <a:prstGeom prst="rect">
            <a:avLst/>
          </a:prstGeom>
          <a:noFill/>
        </p:spPr>
        <p:txBody>
          <a:bodyPr wrap="square">
            <a:spAutoFit/>
          </a:bodyPr>
          <a:lstStyle/>
          <a:p>
            <a:pPr algn="l">
              <a:spcAft>
                <a:spcPts val="400"/>
              </a:spcAft>
            </a:pPr>
            <a:r>
              <a:rPr sz="900" b="0">
                <a:solidFill>
                  <a:srgbClr val="9F9998"/>
                </a:solidFill>
                <a:latin typeface="Arial"/>
              </a:rPr>
              <a:t>Source: pipeline_experiments.md; _internal/shared_settings.toml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lgn="l">
              <a:spcAft>
                <a:spcPts val="400"/>
              </a:spcAft>
            </a:pPr>
            <a:r>
              <a:rPr sz="1800" b="1">
                <a:solidFill>
                  <a:srgbClr val="3E444C"/>
                </a:solidFill>
                <a:latin typeface="Arial"/>
              </a:rPr>
              <a:t>Backup: residual correction, nested calibration and the safety table</a:t>
            </a:r>
          </a:p>
        </p:txBody>
      </p:sp>
      <p:sp>
        <p:nvSpPr>
          <p:cNvPr id="3" name="Text Placeholder 2"/>
          <p:cNvSpPr>
            <a:spLocks noGrp="1"/>
          </p:cNvSpPr>
          <p:nvPr>
            <p:ph type="body" idx="13" sz="quarter"/>
          </p:nvPr>
        </p:nvSpPr>
        <p:spPr/>
        <p:txBody>
          <a:bodyPr wrap="square"/>
          <a:lstStyle/>
          <a:p>
            <a:pPr algn="l">
              <a:spcAft>
                <a:spcPts val="400"/>
              </a:spcAft>
            </a:pPr>
            <a:r>
              <a:rPr sz="1400" b="0">
                <a:solidFill>
                  <a:srgbClr val="9F9998"/>
                </a:solidFill>
                <a:latin typeface="Arial"/>
              </a:rPr>
              <a:t>How the Run 7 adapter avoids leaking, and what the calibration bought</a:t>
            </a:r>
          </a:p>
        </p:txBody>
      </p:sp>
      <p:sp>
        <p:nvSpPr>
          <p:cNvPr id="7" name="Datumsplatzhalter 6">
            <a:extLst>
              <a:ext uri="{FF2B5EF4-FFF2-40B4-BE49-F238E27FC236}">
                <a16:creationId xmlns:a16="http://schemas.microsoft.com/office/drawing/2014/main" id="{124A6A03-5D2E-417E-9A62-737D1DBC92ED}"/>
              </a:ext>
              <a:ext uri="{C183D7F6-B498-43B3-948B-1728B52AA6E4}">
                <adec:decorative xmlns:adec="http://schemas.microsoft.com/office/drawing/2017/decorative" val="1"/>
              </a:ext>
            </a:extLst>
          </p:cNvPr>
          <p:cNvSpPr>
            <a:spLocks noGrp="1"/>
          </p:cNvSpPr>
          <p:nvPr>
            <p:ph type="dt" sz="half" idx="14"/>
          </p:nvPr>
        </p:nvSpPr>
        <p:spPr>
          <a:xfrm>
            <a:off x="6492240" y="4873752"/>
            <a:ext cx="1737360" cy="146304"/>
          </a:xfrm>
        </p:spPr>
        <p:txBody>
          <a:bodyPr/>
          <a:lstStyle/>
          <a:p>
            <a:pPr algn="r"/>
            <a:r>
              <a:rPr lang="de-DE"/>
              <a:t>8 September 2026</a:t>
            </a:r>
            <a:endParaRPr lang="en-US" dirty="0"/>
          </a:p>
        </p:txBody>
      </p:sp>
      <p:sp>
        <p:nvSpPr>
          <p:cNvPr id="8" name="Fußzeilenplatzhalter 7">
            <a:extLst>
              <a:ext uri="{FF2B5EF4-FFF2-40B4-BE49-F238E27FC236}">
                <a16:creationId xmlns:a16="http://schemas.microsoft.com/office/drawing/2014/main" id="{90427F68-7D65-4111-9D28-F407D044A73B}"/>
              </a:ext>
              <a:ext uri="{C183D7F6-B498-43B3-948B-1728B52AA6E4}">
                <adec:decorative xmlns:adec="http://schemas.microsoft.com/office/drawing/2017/decorative" val="1"/>
              </a:ext>
            </a:extLst>
          </p:cNvPr>
          <p:cNvSpPr>
            <a:spLocks noGrp="1"/>
          </p:cNvSpPr>
          <p:nvPr>
            <p:ph type="ftr" sz="quarter" idx="15"/>
          </p:nvPr>
        </p:nvSpPr>
        <p:spPr/>
        <p:txBody>
          <a:bodyPr/>
          <a:lstStyle/>
          <a:p>
            <a:r>
              <a:rPr lang="en-US"/>
              <a:t>UAV remaining useful life estimation</a:t>
            </a:r>
            <a:endParaRPr lang="en-US" dirty="0"/>
          </a:p>
        </p:txBody>
      </p:sp>
      <p:sp>
        <p:nvSpPr>
          <p:cNvPr id="10" name="Foliennummernplatzhalter 9">
            <a:extLst>
              <a:ext uri="{FF2B5EF4-FFF2-40B4-BE49-F238E27FC236}">
                <a16:creationId xmlns:a16="http://schemas.microsoft.com/office/drawing/2014/main" id="{BC2B8577-8AB8-42B5-8BA8-1751A412246A}"/>
              </a:ext>
              <a:ext uri="{C183D7F6-B498-43B3-948B-1728B52AA6E4}">
                <adec:decorative xmlns:adec="http://schemas.microsoft.com/office/drawing/2017/decorative" val="1"/>
              </a:ext>
            </a:extLst>
          </p:cNvPr>
          <p:cNvSpPr>
            <a:spLocks noGrp="1"/>
          </p:cNvSpPr>
          <p:nvPr>
            <p:ph type="sldNum" sz="quarter" idx="16"/>
          </p:nvPr>
        </p:nvSpPr>
        <p:spPr/>
        <p:txBody>
          <a:bodyPr/>
          <a:lstStyle/>
          <a:p>
            <a:fld id="{9E82CC3C-1DC0-4FDA-9590-6CC506AB67F8}" type="slidenum">
              <a:rPr lang="en-US" smtClean="0"/>
              <a:pPr/>
              <a:t>‹Nr.›</a:t>
            </a:fld>
            <a:endParaRPr lang="en-US" dirty="0"/>
          </a:p>
        </p:txBody>
      </p:sp>
      <p:sp>
        <p:nvSpPr>
          <p:cNvPr id="11" name="Rounded Rectangle 10"/>
          <p:cNvSpPr/>
          <p:nvPr/>
        </p:nvSpPr>
        <p:spPr>
          <a:xfrm>
            <a:off x="466344" y="1042416"/>
            <a:ext cx="3931920" cy="3017520"/>
          </a:xfrm>
          <a:prstGeom prst="roundRect">
            <a:avLst/>
          </a:prstGeom>
          <a:solidFill>
            <a:srgbClr val="FFFFFF"/>
          </a:solidFill>
          <a:ln w="12700">
            <a:solidFill>
              <a:srgbClr val="9F999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spcAft>
                <a:spcPts val="200"/>
              </a:spcAft>
            </a:pPr>
            <a:r>
              <a:rPr sz="950" b="1">
                <a:solidFill>
                  <a:srgbClr val="00519E"/>
                </a:solidFill>
                <a:latin typeface="Arial"/>
              </a:rPr>
              <a:t>What the Run 7 adapter does</a:t>
            </a:r>
          </a:p>
          <a:p>
            <a:pPr algn="l">
              <a:spcAft>
                <a:spcPts val="200"/>
              </a:spcAft>
            </a:pPr>
            <a:r>
              <a:rPr sz="950" b="0">
                <a:solidFill>
                  <a:srgbClr val="3E444C"/>
                </a:solidFill>
                <a:latin typeface="Arial"/>
              </a:rPr>
              <a:t>· Splits training UAVs internally into four groups.</a:t>
            </a:r>
          </a:p>
          <a:p>
            <a:pPr algn="l">
              <a:spcAft>
                <a:spcPts val="200"/>
              </a:spcAft>
            </a:pPr>
            <a:r>
              <a:rPr sz="950" b="0">
                <a:solidFill>
                  <a:srgbClr val="3E444C"/>
                </a:solidFill>
                <a:latin typeface="Arial"/>
              </a:rPr>
              <a:t>· Fits the six tree members without the held group.</a:t>
            </a:r>
          </a:p>
          <a:p>
            <a:pPr algn="l">
              <a:spcAft>
                <a:spcPts val="200"/>
              </a:spcAft>
            </a:pPr>
            <a:r>
              <a:rPr sz="950" b="0">
                <a:solidFill>
                  <a:srgbClr val="3E444C"/>
                </a:solidFill>
                <a:latin typeface="Arial"/>
              </a:rPr>
              <a:t>· Predicts it; repeats, so no UAV is seen by its own model.</a:t>
            </a:r>
          </a:p>
          <a:p>
            <a:pPr algn="l">
              <a:spcAft>
                <a:spcPts val="200"/>
              </a:spcAft>
            </a:pPr>
            <a:r>
              <a:rPr sz="950" b="0">
                <a:solidFill>
                  <a:srgbClr val="3E444C"/>
                </a:solidFill>
                <a:latin typeface="Arial"/>
              </a:rPr>
              <a:t>· Filters calibration endpoints to training UAVs and balances weight per UAV.</a:t>
            </a:r>
          </a:p>
          <a:p>
            <a:pPr algn="l">
              <a:spcAft>
                <a:spcPts val="200"/>
              </a:spcAft>
            </a:pPr>
            <a:r>
              <a:rPr sz="950" b="0">
                <a:solidFill>
                  <a:srgbClr val="3E444C"/>
                </a:solidFill>
                <a:latin typeface="Arial"/>
              </a:rPr>
              <a:t>· Fits the residual head there, then predicts the external held-out UAVs once.</a:t>
            </a:r>
          </a:p>
          <a:p>
            <a:pPr algn="l">
              <a:spcAft>
                <a:spcPts val="200"/>
              </a:spcAft>
            </a:pPr>
            <a:r>
              <a:rPr sz="950" b="0">
                <a:solidFill>
                  <a:srgbClr val="3E444C"/>
                </a:solidFill>
                <a:latin typeface="Arial"/>
              </a:rPr>
              <a:t>· The earlier PE_11 report is not a fully nested estimate of its own stack; the Run 7 adapter does not share that dependency.</a:t>
            </a:r>
          </a:p>
          <a:p>
            <a:pPr algn="l">
              <a:spcAft>
                <a:spcPts val="200"/>
              </a:spcAft>
            </a:pPr>
            <a:r>
              <a:rPr sz="950" b="0">
                <a:solidFill>
                  <a:srgbClr val="3E444C"/>
                </a:solidFill>
                <a:latin typeface="Arial"/>
              </a:rPr>
              <a:t>· Its remaining limitation: configurations and the workflow were chosen on development data now examined many times.</a:t>
            </a:r>
          </a:p>
        </p:txBody>
      </p:sp>
      <p:sp>
        <p:nvSpPr>
          <p:cNvPr id="12" name="TextBox 11"/>
          <p:cNvSpPr txBox="1"/>
          <p:nvPr/>
        </p:nvSpPr>
        <p:spPr>
          <a:xfrm>
            <a:off x="4599431" y="1024128"/>
            <a:ext cx="4114800" cy="201168"/>
          </a:xfrm>
          <a:prstGeom prst="rect">
            <a:avLst/>
          </a:prstGeom>
          <a:noFill/>
        </p:spPr>
        <p:txBody>
          <a:bodyPr wrap="square">
            <a:spAutoFit/>
          </a:bodyPr>
          <a:lstStyle/>
          <a:p>
            <a:pPr algn="l">
              <a:spcAft>
                <a:spcPts val="400"/>
              </a:spcAft>
            </a:pPr>
            <a:r>
              <a:rPr sz="1050" b="1">
                <a:solidFill>
                  <a:srgbClr val="00519E"/>
                </a:solidFill>
                <a:latin typeface="Arial"/>
              </a:rPr>
              <a:t>Conditional calibration policies (PE_4)</a:t>
            </a:r>
          </a:p>
        </p:txBody>
      </p:sp>
      <p:graphicFrame>
        <p:nvGraphicFramePr>
          <p:cNvPr id="13" name="Table 12"/>
          <p:cNvGraphicFramePr>
            <a:graphicFrameLocks noGrp="1"/>
          </p:cNvGraphicFramePr>
          <p:nvPr/>
        </p:nvGraphicFramePr>
        <p:xfrm>
          <a:off x="4599431" y="1280160"/>
          <a:ext cx="4114800" cy="1664208"/>
        </p:xfrm>
        <a:graphic>
          <a:graphicData uri="http://schemas.openxmlformats.org/drawingml/2006/table">
            <a:tbl>
              <a:tblPr firstRow="1" bandRow="1">
                <a:tableStyleId>{5C22544A-7EE6-4342-B048-85BDC9FD1C3A}</a:tableStyleId>
              </a:tblPr>
              <a:tblGrid>
                <a:gridCol w="1005840"/>
                <a:gridCol w="1005840"/>
                <a:gridCol w="868680"/>
                <a:gridCol w="1234440"/>
              </a:tblGrid>
              <a:tr h="237744">
                <a:tc>
                  <a:txBody>
                    <a:bodyPr wrap="square"/>
                    <a:lstStyle/>
                    <a:p>
                      <a:pPr algn="l">
                        <a:spcAft>
                          <a:spcPts val="0"/>
                        </a:spcAft>
                      </a:pPr>
                      <a:r>
                        <a:rPr sz="900" b="1">
                          <a:solidFill>
                            <a:srgbClr val="FFFFFF"/>
                          </a:solidFill>
                          <a:latin typeface="Arial"/>
                        </a:rPr>
                        <a:t>policy</a:t>
                      </a:r>
                    </a:p>
                  </a:txBody>
                  <a:tcPr anchor="ctr">
                    <a:solidFill>
                      <a:srgbClr val="00519E"/>
                    </a:solidFill>
                  </a:tcPr>
                </a:tc>
                <a:tc>
                  <a:txBody>
                    <a:bodyPr wrap="square"/>
                    <a:lstStyle/>
                    <a:p>
                      <a:pPr algn="l">
                        <a:spcAft>
                          <a:spcPts val="0"/>
                        </a:spcAft>
                      </a:pPr>
                      <a:r>
                        <a:rPr sz="900" b="1">
                          <a:solidFill>
                            <a:srgbClr val="FFFFFF"/>
                          </a:solidFill>
                          <a:latin typeface="Arial"/>
                        </a:rPr>
                        <a:t>mean-fold R²</a:t>
                      </a:r>
                    </a:p>
                  </a:txBody>
                  <a:tcPr anchor="ctr">
                    <a:solidFill>
                      <a:srgbClr val="00519E"/>
                    </a:solidFill>
                  </a:tcPr>
                </a:tc>
                <a:tc>
                  <a:txBody>
                    <a:bodyPr wrap="square"/>
                    <a:lstStyle/>
                    <a:p>
                      <a:pPr algn="l">
                        <a:spcAft>
                          <a:spcPts val="0"/>
                        </a:spcAft>
                      </a:pPr>
                      <a:r>
                        <a:rPr sz="900" b="1">
                          <a:solidFill>
                            <a:srgbClr val="FFFFFF"/>
                          </a:solidFill>
                          <a:latin typeface="Arial"/>
                        </a:rPr>
                        <a:t>RMSE</a:t>
                      </a:r>
                    </a:p>
                  </a:txBody>
                  <a:tcPr anchor="ctr">
                    <a:solidFill>
                      <a:srgbClr val="00519E"/>
                    </a:solidFill>
                  </a:tcPr>
                </a:tc>
                <a:tc>
                  <a:txBody>
                    <a:bodyPr wrap="square"/>
                    <a:lstStyle/>
                    <a:p>
                      <a:pPr algn="l">
                        <a:spcAft>
                          <a:spcPts val="0"/>
                        </a:spcAft>
                      </a:pPr>
                      <a:r>
                        <a:rPr sz="900" b="1">
                          <a:solidFill>
                            <a:srgbClr val="FFFFFF"/>
                          </a:solidFill>
                          <a:latin typeface="Arial"/>
                        </a:rPr>
                        <a:t>RMS overpred.</a:t>
                      </a:r>
                    </a:p>
                  </a:txBody>
                  <a:tcPr anchor="ctr">
                    <a:solidFill>
                      <a:srgbClr val="00519E"/>
                    </a:solidFill>
                  </a:tcPr>
                </a:tc>
              </a:tr>
              <a:tr h="237744">
                <a:tc>
                  <a:txBody>
                    <a:bodyPr wrap="square"/>
                    <a:lstStyle/>
                    <a:p>
                      <a:pPr algn="l">
                        <a:spcAft>
                          <a:spcPts val="0"/>
                        </a:spcAft>
                      </a:pPr>
                      <a:r>
                        <a:rPr sz="900" b="0">
                          <a:solidFill>
                            <a:srgbClr val="3E444C"/>
                          </a:solidFill>
                          <a:latin typeface="Arial"/>
                        </a:rPr>
                        <a:t>control</a:t>
                      </a:r>
                    </a:p>
                  </a:txBody>
                  <a:tcPr anchor="ctr">
                    <a:solidFill>
                      <a:srgbClr val="ECF4FA"/>
                    </a:solidFill>
                  </a:tcPr>
                </a:tc>
                <a:tc>
                  <a:txBody>
                    <a:bodyPr wrap="square"/>
                    <a:lstStyle/>
                    <a:p>
                      <a:pPr algn="l">
                        <a:spcAft>
                          <a:spcPts val="0"/>
                        </a:spcAft>
                      </a:pPr>
                      <a:r>
                        <a:rPr sz="900" b="0">
                          <a:solidFill>
                            <a:srgbClr val="3E444C"/>
                          </a:solidFill>
                          <a:latin typeface="Arial"/>
                        </a:rPr>
                        <a:t>0.89422</a:t>
                      </a:r>
                    </a:p>
                  </a:txBody>
                  <a:tcPr anchor="ctr">
                    <a:solidFill>
                      <a:srgbClr val="ECF4FA"/>
                    </a:solidFill>
                  </a:tcPr>
                </a:tc>
                <a:tc>
                  <a:txBody>
                    <a:bodyPr wrap="square"/>
                    <a:lstStyle/>
                    <a:p>
                      <a:pPr algn="l">
                        <a:spcAft>
                          <a:spcPts val="0"/>
                        </a:spcAft>
                      </a:pPr>
                      <a:r>
                        <a:rPr sz="900" b="0">
                          <a:solidFill>
                            <a:srgbClr val="3E444C"/>
                          </a:solidFill>
                          <a:latin typeface="Arial"/>
                        </a:rPr>
                        <a:t>10.5306</a:t>
                      </a:r>
                    </a:p>
                  </a:txBody>
                  <a:tcPr anchor="ctr">
                    <a:solidFill>
                      <a:srgbClr val="ECF4FA"/>
                    </a:solidFill>
                  </a:tcPr>
                </a:tc>
                <a:tc>
                  <a:txBody>
                    <a:bodyPr wrap="square"/>
                    <a:lstStyle/>
                    <a:p>
                      <a:pPr algn="l">
                        <a:spcAft>
                          <a:spcPts val="0"/>
                        </a:spcAft>
                      </a:pPr>
                      <a:r>
                        <a:rPr sz="900" b="0">
                          <a:solidFill>
                            <a:srgbClr val="3E444C"/>
                          </a:solidFill>
                          <a:latin typeface="Arial"/>
                        </a:rPr>
                        <a:t>7.255</a:t>
                      </a:r>
                    </a:p>
                  </a:txBody>
                  <a:tcPr anchor="ctr">
                    <a:solidFill>
                      <a:srgbClr val="ECF4FA"/>
                    </a:solidFill>
                  </a:tcPr>
                </a:tc>
              </a:tr>
              <a:tr h="237744">
                <a:tc>
                  <a:txBody>
                    <a:bodyPr wrap="square"/>
                    <a:lstStyle/>
                    <a:p>
                      <a:pPr algn="l">
                        <a:spcAft>
                          <a:spcPts val="0"/>
                        </a:spcAft>
                      </a:pPr>
                      <a:r>
                        <a:rPr sz="900" b="0">
                          <a:solidFill>
                            <a:srgbClr val="3E444C"/>
                          </a:solidFill>
                          <a:latin typeface="Arial"/>
                        </a:rPr>
                        <a:t>q = 0.50</a:t>
                      </a:r>
                    </a:p>
                  </a:txBody>
                  <a:tcPr anchor="ctr">
                    <a:solidFill>
                      <a:srgbClr val="FFFFFF"/>
                    </a:solidFill>
                  </a:tcPr>
                </a:tc>
                <a:tc>
                  <a:txBody>
                    <a:bodyPr wrap="square"/>
                    <a:lstStyle/>
                    <a:p>
                      <a:pPr algn="l">
                        <a:spcAft>
                          <a:spcPts val="0"/>
                        </a:spcAft>
                      </a:pPr>
                      <a:r>
                        <a:rPr sz="900" b="0">
                          <a:solidFill>
                            <a:srgbClr val="3E444C"/>
                          </a:solidFill>
                          <a:latin typeface="Arial"/>
                        </a:rPr>
                        <a:t>0.89456</a:t>
                      </a:r>
                    </a:p>
                  </a:txBody>
                  <a:tcPr anchor="ctr">
                    <a:solidFill>
                      <a:srgbClr val="FFFFFF"/>
                    </a:solidFill>
                  </a:tcPr>
                </a:tc>
                <a:tc>
                  <a:txBody>
                    <a:bodyPr wrap="square"/>
                    <a:lstStyle/>
                    <a:p>
                      <a:pPr algn="l">
                        <a:spcAft>
                          <a:spcPts val="0"/>
                        </a:spcAft>
                      </a:pPr>
                      <a:r>
                        <a:rPr sz="900" b="0">
                          <a:solidFill>
                            <a:srgbClr val="3E444C"/>
                          </a:solidFill>
                          <a:latin typeface="Arial"/>
                        </a:rPr>
                        <a:t>10.5354</a:t>
                      </a:r>
                    </a:p>
                  </a:txBody>
                  <a:tcPr anchor="ctr">
                    <a:solidFill>
                      <a:srgbClr val="FFFFFF"/>
                    </a:solidFill>
                  </a:tcPr>
                </a:tc>
                <a:tc>
                  <a:txBody>
                    <a:bodyPr wrap="square"/>
                    <a:lstStyle/>
                    <a:p>
                      <a:pPr algn="l">
                        <a:spcAft>
                          <a:spcPts val="0"/>
                        </a:spcAft>
                      </a:pPr>
                      <a:r>
                        <a:rPr sz="900" b="0">
                          <a:solidFill>
                            <a:srgbClr val="3E444C"/>
                          </a:solidFill>
                          <a:latin typeface="Arial"/>
                        </a:rPr>
                        <a:t>6.817</a:t>
                      </a:r>
                    </a:p>
                  </a:txBody>
                  <a:tcPr anchor="ctr">
                    <a:solidFill>
                      <a:srgbClr val="FFFFFF"/>
                    </a:solidFill>
                  </a:tcPr>
                </a:tc>
              </a:tr>
              <a:tr h="237744">
                <a:tc>
                  <a:txBody>
                    <a:bodyPr wrap="square"/>
                    <a:lstStyle/>
                    <a:p>
                      <a:pPr algn="l">
                        <a:spcAft>
                          <a:spcPts val="0"/>
                        </a:spcAft>
                      </a:pPr>
                      <a:r>
                        <a:rPr sz="900" b="1">
                          <a:solidFill>
                            <a:srgbClr val="00519E"/>
                          </a:solidFill>
                          <a:latin typeface="Arial"/>
                        </a:rPr>
                        <a:t>q = 0.55</a:t>
                      </a:r>
                    </a:p>
                  </a:txBody>
                  <a:tcPr anchor="ctr">
                    <a:solidFill>
                      <a:srgbClr val="ECF4FA"/>
                    </a:solidFill>
                  </a:tcPr>
                </a:tc>
                <a:tc>
                  <a:txBody>
                    <a:bodyPr wrap="square"/>
                    <a:lstStyle/>
                    <a:p>
                      <a:pPr algn="l">
                        <a:spcAft>
                          <a:spcPts val="0"/>
                        </a:spcAft>
                      </a:pPr>
                      <a:r>
                        <a:rPr sz="900" b="1">
                          <a:solidFill>
                            <a:srgbClr val="00519E"/>
                          </a:solidFill>
                          <a:latin typeface="Arial"/>
                        </a:rPr>
                        <a:t>0.89253</a:t>
                      </a:r>
                    </a:p>
                  </a:txBody>
                  <a:tcPr anchor="ctr">
                    <a:solidFill>
                      <a:srgbClr val="ECF4FA"/>
                    </a:solidFill>
                  </a:tcPr>
                </a:tc>
                <a:tc>
                  <a:txBody>
                    <a:bodyPr wrap="square"/>
                    <a:lstStyle/>
                    <a:p>
                      <a:pPr algn="l">
                        <a:spcAft>
                          <a:spcPts val="0"/>
                        </a:spcAft>
                      </a:pPr>
                      <a:r>
                        <a:rPr sz="900" b="1">
                          <a:solidFill>
                            <a:srgbClr val="00519E"/>
                          </a:solidFill>
                          <a:latin typeface="Arial"/>
                        </a:rPr>
                        <a:t>10.6430</a:t>
                      </a:r>
                    </a:p>
                  </a:txBody>
                  <a:tcPr anchor="ctr">
                    <a:solidFill>
                      <a:srgbClr val="ECF4FA"/>
                    </a:solidFill>
                  </a:tcPr>
                </a:tc>
                <a:tc>
                  <a:txBody>
                    <a:bodyPr wrap="square"/>
                    <a:lstStyle/>
                    <a:p>
                      <a:pPr algn="l">
                        <a:spcAft>
                          <a:spcPts val="0"/>
                        </a:spcAft>
                      </a:pPr>
                      <a:r>
                        <a:rPr sz="900" b="1">
                          <a:solidFill>
                            <a:srgbClr val="00519E"/>
                          </a:solidFill>
                          <a:latin typeface="Arial"/>
                        </a:rPr>
                        <a:t>6.567</a:t>
                      </a:r>
                    </a:p>
                  </a:txBody>
                  <a:tcPr anchor="ctr">
                    <a:solidFill>
                      <a:srgbClr val="ECF4FA"/>
                    </a:solidFill>
                  </a:tcPr>
                </a:tc>
              </a:tr>
              <a:tr h="237744">
                <a:tc>
                  <a:txBody>
                    <a:bodyPr wrap="square"/>
                    <a:lstStyle/>
                    <a:p>
                      <a:pPr algn="l">
                        <a:spcAft>
                          <a:spcPts val="0"/>
                        </a:spcAft>
                      </a:pPr>
                      <a:r>
                        <a:rPr sz="900" b="0">
                          <a:solidFill>
                            <a:srgbClr val="3E444C"/>
                          </a:solidFill>
                          <a:latin typeface="Arial"/>
                        </a:rPr>
                        <a:t>q = 0.60</a:t>
                      </a:r>
                    </a:p>
                  </a:txBody>
                  <a:tcPr anchor="ctr">
                    <a:solidFill>
                      <a:srgbClr val="FFFFFF"/>
                    </a:solidFill>
                  </a:tcPr>
                </a:tc>
                <a:tc>
                  <a:txBody>
                    <a:bodyPr wrap="square"/>
                    <a:lstStyle/>
                    <a:p>
                      <a:pPr algn="l">
                        <a:spcAft>
                          <a:spcPts val="0"/>
                        </a:spcAft>
                      </a:pPr>
                      <a:r>
                        <a:rPr sz="900" b="0">
                          <a:solidFill>
                            <a:srgbClr val="3E444C"/>
                          </a:solidFill>
                          <a:latin typeface="Arial"/>
                        </a:rPr>
                        <a:t>0.88931</a:t>
                      </a:r>
                    </a:p>
                  </a:txBody>
                  <a:tcPr anchor="ctr">
                    <a:solidFill>
                      <a:srgbClr val="FFFFFF"/>
                    </a:solidFill>
                  </a:tcPr>
                </a:tc>
                <a:tc>
                  <a:txBody>
                    <a:bodyPr wrap="square"/>
                    <a:lstStyle/>
                    <a:p>
                      <a:pPr algn="l">
                        <a:spcAft>
                          <a:spcPts val="0"/>
                        </a:spcAft>
                      </a:pPr>
                      <a:r>
                        <a:rPr sz="900" b="0">
                          <a:solidFill>
                            <a:srgbClr val="3E444C"/>
                          </a:solidFill>
                          <a:latin typeface="Arial"/>
                        </a:rPr>
                        <a:t>10.8144</a:t>
                      </a:r>
                    </a:p>
                  </a:txBody>
                  <a:tcPr anchor="ctr">
                    <a:solidFill>
                      <a:srgbClr val="FFFFFF"/>
                    </a:solidFill>
                  </a:tcPr>
                </a:tc>
                <a:tc>
                  <a:txBody>
                    <a:bodyPr wrap="square"/>
                    <a:lstStyle/>
                    <a:p>
                      <a:pPr algn="l">
                        <a:spcAft>
                          <a:spcPts val="0"/>
                        </a:spcAft>
                      </a:pPr>
                      <a:r>
                        <a:rPr sz="900" b="0">
                          <a:solidFill>
                            <a:srgbClr val="3E444C"/>
                          </a:solidFill>
                          <a:latin typeface="Arial"/>
                        </a:rPr>
                        <a:t>6.236</a:t>
                      </a:r>
                    </a:p>
                  </a:txBody>
                  <a:tcPr anchor="ctr">
                    <a:solidFill>
                      <a:srgbClr val="FFFFFF"/>
                    </a:solidFill>
                  </a:tcPr>
                </a:tc>
              </a:tr>
              <a:tr h="237744">
                <a:tc>
                  <a:txBody>
                    <a:bodyPr wrap="square"/>
                    <a:lstStyle/>
                    <a:p>
                      <a:pPr algn="l">
                        <a:spcAft>
                          <a:spcPts val="0"/>
                        </a:spcAft>
                      </a:pPr>
                      <a:r>
                        <a:rPr sz="900" b="0">
                          <a:solidFill>
                            <a:srgbClr val="3E444C"/>
                          </a:solidFill>
                          <a:latin typeface="Arial"/>
                        </a:rPr>
                        <a:t>q = 0.65</a:t>
                      </a:r>
                    </a:p>
                  </a:txBody>
                  <a:tcPr anchor="ctr">
                    <a:solidFill>
                      <a:srgbClr val="ECF4FA"/>
                    </a:solidFill>
                  </a:tcPr>
                </a:tc>
                <a:tc>
                  <a:txBody>
                    <a:bodyPr wrap="square"/>
                    <a:lstStyle/>
                    <a:p>
                      <a:pPr algn="l">
                        <a:spcAft>
                          <a:spcPts val="0"/>
                        </a:spcAft>
                      </a:pPr>
                      <a:r>
                        <a:rPr sz="900" b="0">
                          <a:solidFill>
                            <a:srgbClr val="3E444C"/>
                          </a:solidFill>
                          <a:latin typeface="Arial"/>
                        </a:rPr>
                        <a:t>0.88106</a:t>
                      </a:r>
                    </a:p>
                  </a:txBody>
                  <a:tcPr anchor="ctr">
                    <a:solidFill>
                      <a:srgbClr val="ECF4FA"/>
                    </a:solidFill>
                  </a:tcPr>
                </a:tc>
                <a:tc>
                  <a:txBody>
                    <a:bodyPr wrap="square"/>
                    <a:lstStyle/>
                    <a:p>
                      <a:pPr algn="l">
                        <a:spcAft>
                          <a:spcPts val="0"/>
                        </a:spcAft>
                      </a:pPr>
                      <a:r>
                        <a:rPr sz="900" b="0">
                          <a:solidFill>
                            <a:srgbClr val="3E444C"/>
                          </a:solidFill>
                          <a:latin typeface="Arial"/>
                        </a:rPr>
                        <a:t>11.2152</a:t>
                      </a:r>
                    </a:p>
                  </a:txBody>
                  <a:tcPr anchor="ctr">
                    <a:solidFill>
                      <a:srgbClr val="ECF4FA"/>
                    </a:solidFill>
                  </a:tcPr>
                </a:tc>
                <a:tc>
                  <a:txBody>
                    <a:bodyPr wrap="square"/>
                    <a:lstStyle/>
                    <a:p>
                      <a:pPr algn="l">
                        <a:spcAft>
                          <a:spcPts val="0"/>
                        </a:spcAft>
                      </a:pPr>
                      <a:r>
                        <a:rPr sz="900" b="0">
                          <a:solidFill>
                            <a:srgbClr val="3E444C"/>
                          </a:solidFill>
                          <a:latin typeface="Arial"/>
                        </a:rPr>
                        <a:t>5.629</a:t>
                      </a:r>
                    </a:p>
                  </a:txBody>
                  <a:tcPr anchor="ctr">
                    <a:solidFill>
                      <a:srgbClr val="ECF4FA"/>
                    </a:solidFill>
                  </a:tcPr>
                </a:tc>
              </a:tr>
              <a:tr h="237744">
                <a:tc>
                  <a:txBody>
                    <a:bodyPr wrap="square"/>
                    <a:lstStyle/>
                    <a:p>
                      <a:pPr algn="l">
                        <a:spcAft>
                          <a:spcPts val="0"/>
                        </a:spcAft>
                      </a:pPr>
                      <a:r>
                        <a:rPr sz="900" b="0">
                          <a:solidFill>
                            <a:srgbClr val="3E444C"/>
                          </a:solidFill>
                          <a:latin typeface="Arial"/>
                        </a:rPr>
                        <a:t>q = 0.70</a:t>
                      </a:r>
                    </a:p>
                  </a:txBody>
                  <a:tcPr anchor="ctr">
                    <a:solidFill>
                      <a:srgbClr val="FFFFFF"/>
                    </a:solidFill>
                  </a:tcPr>
                </a:tc>
                <a:tc>
                  <a:txBody>
                    <a:bodyPr wrap="square"/>
                    <a:lstStyle/>
                    <a:p>
                      <a:pPr algn="l">
                        <a:spcAft>
                          <a:spcPts val="0"/>
                        </a:spcAft>
                      </a:pPr>
                      <a:r>
                        <a:rPr sz="900" b="0">
                          <a:solidFill>
                            <a:srgbClr val="3E444C"/>
                          </a:solidFill>
                          <a:latin typeface="Arial"/>
                        </a:rPr>
                        <a:t>0.87070</a:t>
                      </a:r>
                    </a:p>
                  </a:txBody>
                  <a:tcPr anchor="ctr">
                    <a:solidFill>
                      <a:srgbClr val="FFFFFF"/>
                    </a:solidFill>
                  </a:tcPr>
                </a:tc>
                <a:tc>
                  <a:txBody>
                    <a:bodyPr wrap="square"/>
                    <a:lstStyle/>
                    <a:p>
                      <a:pPr algn="l">
                        <a:spcAft>
                          <a:spcPts val="0"/>
                        </a:spcAft>
                      </a:pPr>
                      <a:r>
                        <a:rPr sz="900" b="0">
                          <a:solidFill>
                            <a:srgbClr val="3E444C"/>
                          </a:solidFill>
                          <a:latin typeface="Arial"/>
                        </a:rPr>
                        <a:t>11.6989</a:t>
                      </a:r>
                    </a:p>
                  </a:txBody>
                  <a:tcPr anchor="ctr">
                    <a:solidFill>
                      <a:srgbClr val="FFFFFF"/>
                    </a:solidFill>
                  </a:tcPr>
                </a:tc>
                <a:tc>
                  <a:txBody>
                    <a:bodyPr wrap="square"/>
                    <a:lstStyle/>
                    <a:p>
                      <a:pPr algn="l">
                        <a:spcAft>
                          <a:spcPts val="0"/>
                        </a:spcAft>
                      </a:pPr>
                      <a:r>
                        <a:rPr sz="900" b="0">
                          <a:solidFill>
                            <a:srgbClr val="3E444C"/>
                          </a:solidFill>
                          <a:latin typeface="Arial"/>
                        </a:rPr>
                        <a:t>5.053</a:t>
                      </a:r>
                    </a:p>
                  </a:txBody>
                  <a:tcPr anchor="ctr">
                    <a:solidFill>
                      <a:srgbClr val="FFFFFF"/>
                    </a:solidFill>
                  </a:tcPr>
                </a:tc>
              </a:tr>
            </a:tbl>
          </a:graphicData>
        </a:graphic>
      </p:graphicFrame>
      <p:sp>
        <p:nvSpPr>
          <p:cNvPr id="14" name="TextBox 13"/>
          <p:cNvSpPr txBox="1"/>
          <p:nvPr/>
        </p:nvSpPr>
        <p:spPr>
          <a:xfrm>
            <a:off x="4599431" y="3072384"/>
            <a:ext cx="4114800" cy="1005840"/>
          </a:xfrm>
          <a:prstGeom prst="rect">
            <a:avLst/>
          </a:prstGeom>
          <a:noFill/>
        </p:spPr>
        <p:txBody>
          <a:bodyPr wrap="square">
            <a:spAutoFit/>
          </a:bodyPr>
          <a:lstStyle/>
          <a:p>
            <a:pPr algn="l">
              <a:spcAft>
                <a:spcPts val="400"/>
              </a:spcAft>
            </a:pPr>
            <a:r>
              <a:rPr sz="900" b="0">
                <a:solidFill>
                  <a:srgbClr val="3E444C"/>
                </a:solidFill>
                <a:latin typeface="Arial"/>
              </a:rPr>
              <a:t>Rule declared in advance: only policies within 0.005 mean-fold R² of the best are eligible; among those, minimise RMS overprediction, then overprediction rate, then RMSE.</a:t>
            </a:r>
          </a:p>
          <a:p>
            <a:pPr algn="l">
              <a:spcAft>
                <a:spcPts val="400"/>
              </a:spcAft>
            </a:pPr>
            <a:r>
              <a:rPr sz="900" b="0">
                <a:solidFill>
                  <a:srgbClr val="3E444C"/>
                </a:solidFill>
                <a:latin typeface="Arial"/>
              </a:rPr>
              <a:t>A later uncertainty-scaled variant improved near-failure RMS overprediction by 11.31% but raised RMSE by 1.71% and was rejected.</a:t>
            </a:r>
          </a:p>
        </p:txBody>
      </p:sp>
      <p:sp>
        <p:nvSpPr>
          <p:cNvPr id="15" name="TextBox 14"/>
          <p:cNvSpPr txBox="1"/>
          <p:nvPr/>
        </p:nvSpPr>
        <p:spPr>
          <a:xfrm>
            <a:off x="466344" y="4535424"/>
            <a:ext cx="8247888" cy="164592"/>
          </a:xfrm>
          <a:prstGeom prst="rect">
            <a:avLst/>
          </a:prstGeom>
          <a:noFill/>
        </p:spPr>
        <p:txBody>
          <a:bodyPr wrap="square">
            <a:spAutoFit/>
          </a:bodyPr>
          <a:lstStyle/>
          <a:p>
            <a:pPr algn="l">
              <a:spcAft>
                <a:spcPts val="400"/>
              </a:spcAft>
            </a:pPr>
            <a:r>
              <a:rPr sz="900" b="0">
                <a:solidFill>
                  <a:srgbClr val="9F9998"/>
                </a:solidFill>
                <a:latin typeface="Arial"/>
              </a:rPr>
              <a:t>Source: residual_ensemble_contract.json; PE_4 calibration_summary.csv; r2 research report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lgn="l">
              <a:spcAft>
                <a:spcPts val="400"/>
              </a:spcAft>
            </a:pPr>
            <a:r>
              <a:rPr sz="1800" b="1">
                <a:solidFill>
                  <a:srgbClr val="3E444C"/>
                </a:solidFill>
                <a:latin typeface="Arial"/>
              </a:rPr>
              <a:t>Backup: representation experiments that were rejected</a:t>
            </a:r>
          </a:p>
        </p:txBody>
      </p:sp>
      <p:sp>
        <p:nvSpPr>
          <p:cNvPr id="3" name="Text Placeholder 2"/>
          <p:cNvSpPr>
            <a:spLocks noGrp="1"/>
          </p:cNvSpPr>
          <p:nvPr>
            <p:ph type="body" idx="13" sz="quarter"/>
          </p:nvPr>
        </p:nvSpPr>
        <p:spPr/>
        <p:txBody>
          <a:bodyPr wrap="square"/>
          <a:lstStyle/>
          <a:p>
            <a:pPr algn="l">
              <a:spcAft>
                <a:spcPts val="400"/>
              </a:spcAft>
            </a:pPr>
            <a:r>
              <a:rPr sz="1400" b="0">
                <a:solidFill>
                  <a:srgbClr val="9F9998"/>
                </a:solidFill>
                <a:latin typeface="Arial"/>
              </a:rPr>
              <a:t>Seven matched comparisons, all development-only, all with their control retained</a:t>
            </a:r>
          </a:p>
        </p:txBody>
      </p:sp>
      <p:sp>
        <p:nvSpPr>
          <p:cNvPr id="7" name="Datumsplatzhalter 6">
            <a:extLst>
              <a:ext uri="{FF2B5EF4-FFF2-40B4-BE49-F238E27FC236}">
                <a16:creationId xmlns:a16="http://schemas.microsoft.com/office/drawing/2014/main" id="{124A6A03-5D2E-417E-9A62-737D1DBC92ED}"/>
              </a:ext>
              <a:ext uri="{C183D7F6-B498-43B3-948B-1728B52AA6E4}">
                <adec:decorative xmlns:adec="http://schemas.microsoft.com/office/drawing/2017/decorative" val="1"/>
              </a:ext>
            </a:extLst>
          </p:cNvPr>
          <p:cNvSpPr>
            <a:spLocks noGrp="1"/>
          </p:cNvSpPr>
          <p:nvPr>
            <p:ph type="dt" sz="half" idx="14"/>
          </p:nvPr>
        </p:nvSpPr>
        <p:spPr>
          <a:xfrm>
            <a:off x="6492240" y="4873752"/>
            <a:ext cx="1737360" cy="146304"/>
          </a:xfrm>
        </p:spPr>
        <p:txBody>
          <a:bodyPr/>
          <a:lstStyle/>
          <a:p>
            <a:pPr algn="r"/>
            <a:r>
              <a:rPr lang="de-DE"/>
              <a:t>8 September 2026</a:t>
            </a:r>
            <a:endParaRPr lang="en-US" dirty="0"/>
          </a:p>
        </p:txBody>
      </p:sp>
      <p:sp>
        <p:nvSpPr>
          <p:cNvPr id="8" name="Fußzeilenplatzhalter 7">
            <a:extLst>
              <a:ext uri="{FF2B5EF4-FFF2-40B4-BE49-F238E27FC236}">
                <a16:creationId xmlns:a16="http://schemas.microsoft.com/office/drawing/2014/main" id="{90427F68-7D65-4111-9D28-F407D044A73B}"/>
              </a:ext>
              <a:ext uri="{C183D7F6-B498-43B3-948B-1728B52AA6E4}">
                <adec:decorative xmlns:adec="http://schemas.microsoft.com/office/drawing/2017/decorative" val="1"/>
              </a:ext>
            </a:extLst>
          </p:cNvPr>
          <p:cNvSpPr>
            <a:spLocks noGrp="1"/>
          </p:cNvSpPr>
          <p:nvPr>
            <p:ph type="ftr" sz="quarter" idx="15"/>
          </p:nvPr>
        </p:nvSpPr>
        <p:spPr/>
        <p:txBody>
          <a:bodyPr/>
          <a:lstStyle/>
          <a:p>
            <a:r>
              <a:rPr lang="en-US"/>
              <a:t>UAV remaining useful life estimation</a:t>
            </a:r>
            <a:endParaRPr lang="en-US" dirty="0"/>
          </a:p>
        </p:txBody>
      </p:sp>
      <p:sp>
        <p:nvSpPr>
          <p:cNvPr id="10" name="Foliennummernplatzhalter 9">
            <a:extLst>
              <a:ext uri="{FF2B5EF4-FFF2-40B4-BE49-F238E27FC236}">
                <a16:creationId xmlns:a16="http://schemas.microsoft.com/office/drawing/2014/main" id="{BC2B8577-8AB8-42B5-8BA8-1751A412246A}"/>
              </a:ext>
              <a:ext uri="{C183D7F6-B498-43B3-948B-1728B52AA6E4}">
                <adec:decorative xmlns:adec="http://schemas.microsoft.com/office/drawing/2017/decorative" val="1"/>
              </a:ext>
            </a:extLst>
          </p:cNvPr>
          <p:cNvSpPr>
            <a:spLocks noGrp="1"/>
          </p:cNvSpPr>
          <p:nvPr>
            <p:ph type="sldNum" sz="quarter" idx="16"/>
          </p:nvPr>
        </p:nvSpPr>
        <p:spPr/>
        <p:txBody>
          <a:bodyPr/>
          <a:lstStyle/>
          <a:p>
            <a:fld id="{9E82CC3C-1DC0-4FDA-9590-6CC506AB67F8}" type="slidenum">
              <a:rPr lang="en-US" smtClean="0"/>
              <a:pPr/>
              <a:t>‹Nr.›</a:t>
            </a:fld>
            <a:endParaRPr lang="en-US" dirty="0"/>
          </a:p>
        </p:txBody>
      </p:sp>
      <p:graphicFrame>
        <p:nvGraphicFramePr>
          <p:cNvPr id="11" name="Table 10"/>
          <p:cNvGraphicFramePr>
            <a:graphicFrameLocks noGrp="1"/>
          </p:cNvGraphicFramePr>
          <p:nvPr/>
        </p:nvGraphicFramePr>
        <p:xfrm>
          <a:off x="466344" y="1060704"/>
          <a:ext cx="8247887" cy="1755648"/>
        </p:xfrm>
        <a:graphic>
          <a:graphicData uri="http://schemas.openxmlformats.org/drawingml/2006/table">
            <a:tbl>
              <a:tblPr firstRow="1" bandRow="1">
                <a:tableStyleId>{5C22544A-7EE6-4342-B048-85BDC9FD1C3A}</a:tableStyleId>
              </a:tblPr>
              <a:tblGrid>
                <a:gridCol w="2788920"/>
                <a:gridCol w="3749039"/>
                <a:gridCol w="1709928"/>
              </a:tblGrid>
              <a:tr h="219456">
                <a:tc>
                  <a:txBody>
                    <a:bodyPr wrap="square"/>
                    <a:lstStyle/>
                    <a:p>
                      <a:pPr algn="l">
                        <a:spcAft>
                          <a:spcPts val="0"/>
                        </a:spcAft>
                      </a:pPr>
                      <a:r>
                        <a:rPr sz="950" b="1">
                          <a:solidFill>
                            <a:srgbClr val="FFFFFF"/>
                          </a:solidFill>
                          <a:latin typeface="Arial"/>
                        </a:rPr>
                        <a:t>representation tested</a:t>
                      </a:r>
                    </a:p>
                  </a:txBody>
                  <a:tcPr anchor="ctr">
                    <a:solidFill>
                      <a:srgbClr val="00519E"/>
                    </a:solidFill>
                  </a:tcPr>
                </a:tc>
                <a:tc>
                  <a:txBody>
                    <a:bodyPr wrap="square"/>
                    <a:lstStyle/>
                    <a:p>
                      <a:pPr algn="l">
                        <a:spcAft>
                          <a:spcPts val="0"/>
                        </a:spcAft>
                      </a:pPr>
                      <a:r>
                        <a:rPr sz="950" b="1">
                          <a:solidFill>
                            <a:srgbClr val="FFFFFF"/>
                          </a:solidFill>
                          <a:latin typeface="Arial"/>
                        </a:rPr>
                        <a:t>matched development result</a:t>
                      </a:r>
                    </a:p>
                  </a:txBody>
                  <a:tcPr anchor="ctr">
                    <a:solidFill>
                      <a:srgbClr val="00519E"/>
                    </a:solidFill>
                  </a:tcPr>
                </a:tc>
                <a:tc>
                  <a:txBody>
                    <a:bodyPr wrap="square"/>
                    <a:lstStyle/>
                    <a:p>
                      <a:pPr algn="l">
                        <a:spcAft>
                          <a:spcPts val="0"/>
                        </a:spcAft>
                      </a:pPr>
                      <a:r>
                        <a:rPr sz="950" b="1">
                          <a:solidFill>
                            <a:srgbClr val="FFFFFF"/>
                          </a:solidFill>
                          <a:latin typeface="Arial"/>
                        </a:rPr>
                        <a:t>decision</a:t>
                      </a:r>
                    </a:p>
                  </a:txBody>
                  <a:tcPr anchor="ctr">
                    <a:solidFill>
                      <a:srgbClr val="00519E"/>
                    </a:solidFill>
                  </a:tcPr>
                </a:tc>
              </a:tr>
              <a:tr h="219456">
                <a:tc>
                  <a:txBody>
                    <a:bodyPr wrap="square"/>
                    <a:lstStyle/>
                    <a:p>
                      <a:pPr algn="l">
                        <a:spcAft>
                          <a:spcPts val="0"/>
                        </a:spcAft>
                      </a:pPr>
                      <a:r>
                        <a:rPr sz="950" b="0">
                          <a:solidFill>
                            <a:srgbClr val="3E444C"/>
                          </a:solidFill>
                          <a:latin typeface="Arial"/>
                        </a:rPr>
                        <a:t>Signal compression (median / PCA indices)</a:t>
                      </a:r>
                    </a:p>
                  </a:txBody>
                  <a:tcPr anchor="ctr">
                    <a:solidFill>
                      <a:srgbClr val="ECF4FA"/>
                    </a:solidFill>
                  </a:tcPr>
                </a:tc>
                <a:tc>
                  <a:txBody>
                    <a:bodyPr wrap="square"/>
                    <a:lstStyle/>
                    <a:p>
                      <a:pPr algn="l">
                        <a:spcAft>
                          <a:spcPts val="0"/>
                        </a:spcAft>
                      </a:pPr>
                      <a:r>
                        <a:rPr sz="950" b="0">
                          <a:solidFill>
                            <a:srgbClr val="3E444C"/>
                          </a:solidFill>
                          <a:latin typeface="Arial"/>
                        </a:rPr>
                        <a:t>R² fell by roughly 0.09-0.11 in both families</a:t>
                      </a:r>
                    </a:p>
                  </a:txBody>
                  <a:tcPr anchor="ctr">
                    <a:solidFill>
                      <a:srgbClr val="ECF4FA"/>
                    </a:solidFill>
                  </a:tcPr>
                </a:tc>
                <a:tc>
                  <a:txBody>
                    <a:bodyPr wrap="square"/>
                    <a:lstStyle/>
                    <a:p>
                      <a:pPr algn="l">
                        <a:spcAft>
                          <a:spcPts val="0"/>
                        </a:spcAft>
                      </a:pPr>
                      <a:r>
                        <a:rPr sz="950" b="0">
                          <a:solidFill>
                            <a:srgbClr val="3E444C"/>
                          </a:solidFill>
                          <a:latin typeface="Arial"/>
                        </a:rPr>
                        <a:t>keep individual features</a:t>
                      </a:r>
                    </a:p>
                  </a:txBody>
                  <a:tcPr anchor="ctr">
                    <a:solidFill>
                      <a:srgbClr val="ECF4FA"/>
                    </a:solidFill>
                  </a:tcPr>
                </a:tc>
              </a:tr>
              <a:tr h="219456">
                <a:tc>
                  <a:txBody>
                    <a:bodyPr wrap="square"/>
                    <a:lstStyle/>
                    <a:p>
                      <a:pPr algn="l">
                        <a:spcAft>
                          <a:spcPts val="0"/>
                        </a:spcAft>
                      </a:pPr>
                      <a:r>
                        <a:rPr sz="950" b="0">
                          <a:solidFill>
                            <a:srgbClr val="3E444C"/>
                          </a:solidFill>
                          <a:latin typeface="Arial"/>
                        </a:rPr>
                        <a:t>Dense training prefixes (stride 5)</a:t>
                      </a:r>
                    </a:p>
                  </a:txBody>
                  <a:tcPr anchor="ctr">
                    <a:solidFill>
                      <a:srgbClr val="FFFFFF"/>
                    </a:solidFill>
                  </a:tcPr>
                </a:tc>
                <a:tc>
                  <a:txBody>
                    <a:bodyPr wrap="square"/>
                    <a:lstStyle/>
                    <a:p>
                      <a:pPr algn="l">
                        <a:spcAft>
                          <a:spcPts val="0"/>
                        </a:spcAft>
                      </a:pPr>
                      <a:r>
                        <a:rPr sz="950" b="0">
                          <a:solidFill>
                            <a:srgbClr val="3E444C"/>
                          </a:solidFill>
                          <a:latin typeface="Arial"/>
                        </a:rPr>
                        <a:t>R² -0.0338 XGBoost, -0.0362 ExtraTrees; lost every fold</a:t>
                      </a:r>
                    </a:p>
                  </a:txBody>
                  <a:tcPr anchor="ctr">
                    <a:solidFill>
                      <a:srgbClr val="FFFFFF"/>
                    </a:solidFill>
                  </a:tcPr>
                </a:tc>
                <a:tc>
                  <a:txBody>
                    <a:bodyPr wrap="square"/>
                    <a:lstStyle/>
                    <a:p>
                      <a:pPr algn="l">
                        <a:spcAft>
                          <a:spcPts val="0"/>
                        </a:spcAft>
                      </a:pPr>
                      <a:r>
                        <a:rPr sz="950" b="0">
                          <a:solidFill>
                            <a:srgbClr val="3E444C"/>
                          </a:solidFill>
                          <a:latin typeface="Arial"/>
                        </a:rPr>
                        <a:t>keep 20 test-like cutoffs</a:t>
                      </a:r>
                    </a:p>
                  </a:txBody>
                  <a:tcPr anchor="ctr">
                    <a:solidFill>
                      <a:srgbClr val="FFFFFF"/>
                    </a:solidFill>
                  </a:tcPr>
                </a:tc>
              </a:tr>
              <a:tr h="219456">
                <a:tc>
                  <a:txBody>
                    <a:bodyPr wrap="square"/>
                    <a:lstStyle/>
                    <a:p>
                      <a:pPr algn="l">
                        <a:spcAft>
                          <a:spcPts val="0"/>
                        </a:spcAft>
                      </a:pPr>
                      <a:r>
                        <a:rPr sz="950" b="0">
                          <a:solidFill>
                            <a:srgbClr val="3E444C"/>
                          </a:solidFill>
                          <a:latin typeface="Arial"/>
                        </a:rPr>
                        <a:t>Per-UAV robust normalisation</a:t>
                      </a:r>
                    </a:p>
                  </a:txBody>
                  <a:tcPr anchor="ctr">
                    <a:solidFill>
                      <a:srgbClr val="ECF4FA"/>
                    </a:solidFill>
                  </a:tcPr>
                </a:tc>
                <a:tc>
                  <a:txBody>
                    <a:bodyPr wrap="square"/>
                    <a:lstStyle/>
                    <a:p>
                      <a:pPr algn="l">
                        <a:spcAft>
                          <a:spcPts val="0"/>
                        </a:spcAft>
                      </a:pPr>
                      <a:r>
                        <a:rPr sz="950" b="0">
                          <a:solidFill>
                            <a:srgbClr val="3E444C"/>
                          </a:solidFill>
                          <a:latin typeface="Arial"/>
                        </a:rPr>
                        <a:t>combined set: +0.0051 XGBoost, -0.0065 ExtraTrees</a:t>
                      </a:r>
                    </a:p>
                  </a:txBody>
                  <a:tcPr anchor="ctr">
                    <a:solidFill>
                      <a:srgbClr val="ECF4FA"/>
                    </a:solidFill>
                  </a:tcPr>
                </a:tc>
                <a:tc>
                  <a:txBody>
                    <a:bodyPr wrap="square"/>
                    <a:lstStyle/>
                    <a:p>
                      <a:pPr algn="l">
                        <a:spcAft>
                          <a:spcPts val="0"/>
                        </a:spcAft>
                      </a:pPr>
                      <a:r>
                        <a:rPr sz="950" b="0">
                          <a:solidFill>
                            <a:srgbClr val="3E444C"/>
                          </a:solidFill>
                          <a:latin typeface="Arial"/>
                        </a:rPr>
                        <a:t>keep raw features</a:t>
                      </a:r>
                    </a:p>
                  </a:txBody>
                  <a:tcPr anchor="ctr">
                    <a:solidFill>
                      <a:srgbClr val="ECF4FA"/>
                    </a:solidFill>
                  </a:tcPr>
                </a:tc>
              </a:tr>
              <a:tr h="219456">
                <a:tc>
                  <a:txBody>
                    <a:bodyPr wrap="square"/>
                    <a:lstStyle/>
                    <a:p>
                      <a:pPr algn="l">
                        <a:spcAft>
                          <a:spcPts val="0"/>
                        </a:spcAft>
                      </a:pPr>
                      <a:r>
                        <a:rPr sz="950" b="0">
                          <a:solidFill>
                            <a:srgbClr val="3E444C"/>
                          </a:solidFill>
                          <a:latin typeface="Arial"/>
                        </a:rPr>
                        <a:t>Failure-cycle target instead of RUL</a:t>
                      </a:r>
                    </a:p>
                  </a:txBody>
                  <a:tcPr anchor="ctr">
                    <a:solidFill>
                      <a:srgbClr val="FFFFFF"/>
                    </a:solidFill>
                  </a:tcPr>
                </a:tc>
                <a:tc>
                  <a:txBody>
                    <a:bodyPr wrap="square"/>
                    <a:lstStyle/>
                    <a:p>
                      <a:pPr algn="l">
                        <a:spcAft>
                          <a:spcPts val="0"/>
                        </a:spcAft>
                      </a:pPr>
                      <a:r>
                        <a:rPr sz="950" b="0">
                          <a:solidFill>
                            <a:srgbClr val="3E444C"/>
                          </a:solidFill>
                          <a:latin typeface="Arial"/>
                        </a:rPr>
                        <a:t>ΔR² -0.4002 XGBoost, -0.5073 ExtraTrees; 0/5 folds</a:t>
                      </a:r>
                    </a:p>
                  </a:txBody>
                  <a:tcPr anchor="ctr">
                    <a:solidFill>
                      <a:srgbClr val="FFFFFF"/>
                    </a:solidFill>
                  </a:tcPr>
                </a:tc>
                <a:tc>
                  <a:txBody>
                    <a:bodyPr wrap="square"/>
                    <a:lstStyle/>
                    <a:p>
                      <a:pPr algn="l">
                        <a:spcAft>
                          <a:spcPts val="0"/>
                        </a:spcAft>
                      </a:pPr>
                      <a:r>
                        <a:rPr sz="950" b="0">
                          <a:solidFill>
                            <a:srgbClr val="3E444C"/>
                          </a:solidFill>
                          <a:latin typeface="Arial"/>
                        </a:rPr>
                        <a:t>keep RUL target</a:t>
                      </a:r>
                    </a:p>
                  </a:txBody>
                  <a:tcPr anchor="ctr">
                    <a:solidFill>
                      <a:srgbClr val="FFFFFF"/>
                    </a:solidFill>
                  </a:tcPr>
                </a:tc>
              </a:tr>
              <a:tr h="219456">
                <a:tc>
                  <a:txBody>
                    <a:bodyPr wrap="square"/>
                    <a:lstStyle/>
                    <a:p>
                      <a:pPr algn="l">
                        <a:spcAft>
                          <a:spcPts val="0"/>
                        </a:spcAft>
                      </a:pPr>
                      <a:r>
                        <a:rPr sz="950" b="0">
                          <a:solidFill>
                            <a:srgbClr val="3E444C"/>
                          </a:solidFill>
                          <a:latin typeface="Arial"/>
                        </a:rPr>
                        <a:t>Personalised degradation-onset targets</a:t>
                      </a:r>
                    </a:p>
                  </a:txBody>
                  <a:tcPr anchor="ctr">
                    <a:solidFill>
                      <a:srgbClr val="ECF4FA"/>
                    </a:solidFill>
                  </a:tcPr>
                </a:tc>
                <a:tc>
                  <a:txBody>
                    <a:bodyPr wrap="square"/>
                    <a:lstStyle/>
                    <a:p>
                      <a:pPr algn="l">
                        <a:spcAft>
                          <a:spcPts val="0"/>
                        </a:spcAft>
                      </a:pPr>
                      <a:r>
                        <a:rPr sz="950" b="0">
                          <a:solidFill>
                            <a:srgbClr val="3E444C"/>
                          </a:solidFill>
                          <a:latin typeface="Arial"/>
                        </a:rPr>
                        <a:t>XGBoost RMSE 12.15 → 19.59-19.69</a:t>
                      </a:r>
                    </a:p>
                  </a:txBody>
                  <a:tcPr anchor="ctr">
                    <a:solidFill>
                      <a:srgbClr val="ECF4FA"/>
                    </a:solidFill>
                  </a:tcPr>
                </a:tc>
                <a:tc>
                  <a:txBody>
                    <a:bodyPr wrap="square"/>
                    <a:lstStyle/>
                    <a:p>
                      <a:pPr algn="l">
                        <a:spcAft>
                          <a:spcPts val="0"/>
                        </a:spcAft>
                      </a:pPr>
                      <a:r>
                        <a:rPr sz="950" b="0">
                          <a:solidFill>
                            <a:srgbClr val="3E444C"/>
                          </a:solidFill>
                          <a:latin typeface="Arial"/>
                        </a:rPr>
                        <a:t>keep cap 125</a:t>
                      </a:r>
                    </a:p>
                  </a:txBody>
                  <a:tcPr anchor="ctr">
                    <a:solidFill>
                      <a:srgbClr val="ECF4FA"/>
                    </a:solidFill>
                  </a:tcPr>
                </a:tc>
              </a:tr>
              <a:tr h="219456">
                <a:tc>
                  <a:txBody>
                    <a:bodyPr wrap="square"/>
                    <a:lstStyle/>
                    <a:p>
                      <a:pPr algn="l">
                        <a:spcAft>
                          <a:spcPts val="0"/>
                        </a:spcAft>
                      </a:pPr>
                      <a:r>
                        <a:rPr sz="950" b="0">
                          <a:solidFill>
                            <a:srgbClr val="3E444C"/>
                          </a:solidFill>
                          <a:latin typeface="Arial"/>
                        </a:rPr>
                        <a:t>Drift-feature pruning</a:t>
                      </a:r>
                    </a:p>
                  </a:txBody>
                  <a:tcPr anchor="ctr">
                    <a:solidFill>
                      <a:srgbClr val="FFFFFF"/>
                    </a:solidFill>
                  </a:tcPr>
                </a:tc>
                <a:tc>
                  <a:txBody>
                    <a:bodyPr wrap="square"/>
                    <a:lstStyle/>
                    <a:p>
                      <a:pPr algn="l">
                        <a:spcAft>
                          <a:spcPts val="0"/>
                        </a:spcAft>
                      </a:pPr>
                      <a:r>
                        <a:rPr sz="950" b="0">
                          <a:solidFill>
                            <a:srgbClr val="3E444C"/>
                          </a:solidFill>
                          <a:latin typeface="Arial"/>
                        </a:rPr>
                        <a:t>domain AUC 0.8565, but no treatment passed the accuracy gate</a:t>
                      </a:r>
                    </a:p>
                  </a:txBody>
                  <a:tcPr anchor="ctr">
                    <a:solidFill>
                      <a:srgbClr val="FFFFFF"/>
                    </a:solidFill>
                  </a:tcPr>
                </a:tc>
                <a:tc>
                  <a:txBody>
                    <a:bodyPr wrap="square"/>
                    <a:lstStyle/>
                    <a:p>
                      <a:pPr algn="l">
                        <a:spcAft>
                          <a:spcPts val="0"/>
                        </a:spcAft>
                      </a:pPr>
                      <a:r>
                        <a:rPr sz="950" b="0">
                          <a:solidFill>
                            <a:srgbClr val="3E444C"/>
                          </a:solidFill>
                          <a:latin typeface="Arial"/>
                        </a:rPr>
                        <a:t>keep all features</a:t>
                      </a:r>
                    </a:p>
                  </a:txBody>
                  <a:tcPr anchor="ctr">
                    <a:solidFill>
                      <a:srgbClr val="FFFFFF"/>
                    </a:solidFill>
                  </a:tcPr>
                </a:tc>
              </a:tr>
              <a:tr h="219456">
                <a:tc>
                  <a:txBody>
                    <a:bodyPr wrap="square"/>
                    <a:lstStyle/>
                    <a:p>
                      <a:pPr algn="l">
                        <a:spcAft>
                          <a:spcPts val="0"/>
                        </a:spcAft>
                      </a:pPr>
                      <a:r>
                        <a:rPr sz="950" b="0">
                          <a:solidFill>
                            <a:srgbClr val="3E444C"/>
                          </a:solidFill>
                          <a:latin typeface="Arial"/>
                        </a:rPr>
                        <a:t>Population degradation features</a:t>
                      </a:r>
                    </a:p>
                  </a:txBody>
                  <a:tcPr anchor="ctr">
                    <a:solidFill>
                      <a:srgbClr val="ECF4FA"/>
                    </a:solidFill>
                  </a:tcPr>
                </a:tc>
                <a:tc>
                  <a:txBody>
                    <a:bodyPr wrap="square"/>
                    <a:lstStyle/>
                    <a:p>
                      <a:pPr algn="l">
                        <a:spcAft>
                          <a:spcPts val="0"/>
                        </a:spcAft>
                      </a:pPr>
                      <a:r>
                        <a:rPr sz="950" b="0">
                          <a:solidFill>
                            <a:srgbClr val="3E444C"/>
                          </a:solidFill>
                          <a:latin typeface="Arial"/>
                        </a:rPr>
                        <a:t>mean RMSE +2.5% (HGB) and +11.8% (ridge)</a:t>
                      </a:r>
                    </a:p>
                  </a:txBody>
                  <a:tcPr anchor="ctr">
                    <a:solidFill>
                      <a:srgbClr val="ECF4FA"/>
                    </a:solidFill>
                  </a:tcPr>
                </a:tc>
                <a:tc>
                  <a:txBody>
                    <a:bodyPr wrap="square"/>
                    <a:lstStyle/>
                    <a:p>
                      <a:pPr algn="l">
                        <a:spcAft>
                          <a:spcPts val="0"/>
                        </a:spcAft>
                      </a:pPr>
                      <a:r>
                        <a:rPr sz="950" b="0">
                          <a:solidFill>
                            <a:srgbClr val="3E444C"/>
                          </a:solidFill>
                          <a:latin typeface="Arial"/>
                        </a:rPr>
                        <a:t>keep control</a:t>
                      </a:r>
                    </a:p>
                  </a:txBody>
                  <a:tcPr anchor="ctr">
                    <a:solidFill>
                      <a:srgbClr val="ECF4FA"/>
                    </a:solidFill>
                  </a:tcPr>
                </a:tc>
              </a:tr>
            </a:tbl>
          </a:graphicData>
        </a:graphic>
      </p:graphicFrame>
      <p:sp>
        <p:nvSpPr>
          <p:cNvPr id="12" name="TextBox 11"/>
          <p:cNvSpPr txBox="1"/>
          <p:nvPr/>
        </p:nvSpPr>
        <p:spPr>
          <a:xfrm>
            <a:off x="466344" y="2980944"/>
            <a:ext cx="8247888" cy="1097280"/>
          </a:xfrm>
          <a:prstGeom prst="rect">
            <a:avLst/>
          </a:prstGeom>
          <a:noFill/>
        </p:spPr>
        <p:txBody>
          <a:bodyPr wrap="square">
            <a:spAutoFit/>
          </a:bodyPr>
          <a:lstStyle/>
          <a:p>
            <a:pPr algn="l">
              <a:spcAft>
                <a:spcPts val="400"/>
              </a:spcAft>
            </a:pPr>
            <a:r>
              <a:rPr sz="1000" b="0">
                <a:solidFill>
                  <a:srgbClr val="3E444C"/>
                </a:solidFill>
                <a:latin typeface="Arial"/>
              </a:rPr>
              <a:t>PE_28 now revisits the representation question deliberately: ten feature sets from 50 to 310 features crossed with two model recipes, varying sensor coverage, summary complexity, baseline averaging and window length one factor at a time. Screening uses grouped seed 20270107; confirmation uses seeds 20270117 and 20270127 on the same UAV population, so it is a robustness check rather than an untouched holdout.</a:t>
            </a:r>
          </a:p>
        </p:txBody>
      </p:sp>
      <p:sp>
        <p:nvSpPr>
          <p:cNvPr id="13" name="TextBox 12"/>
          <p:cNvSpPr txBox="1"/>
          <p:nvPr/>
        </p:nvSpPr>
        <p:spPr>
          <a:xfrm>
            <a:off x="466344" y="4535424"/>
            <a:ext cx="8247888" cy="164592"/>
          </a:xfrm>
          <a:prstGeom prst="rect">
            <a:avLst/>
          </a:prstGeom>
          <a:noFill/>
        </p:spPr>
        <p:txBody>
          <a:bodyPr wrap="square">
            <a:spAutoFit/>
          </a:bodyPr>
          <a:lstStyle/>
          <a:p>
            <a:pPr algn="l">
              <a:spcAft>
                <a:spcPts val="400"/>
              </a:spcAft>
            </a:pPr>
            <a:r>
              <a:rPr sz="900" b="0">
                <a:solidFill>
                  <a:srgbClr val="9F9998"/>
                </a:solidFill>
                <a:latin typeface="Arial"/>
              </a:rPr>
              <a:t>Source: pipeline_experiments.md experiment register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lgn="l">
              <a:spcAft>
                <a:spcPts val="400"/>
              </a:spcAft>
            </a:pPr>
            <a:r>
              <a:rPr sz="1800" b="1">
                <a:solidFill>
                  <a:srgbClr val="3E444C"/>
                </a:solidFill>
                <a:latin typeface="Arial"/>
              </a:rPr>
              <a:t>Backup: uncertainty, endpoint duplication and score provenance</a:t>
            </a:r>
          </a:p>
        </p:txBody>
      </p:sp>
      <p:sp>
        <p:nvSpPr>
          <p:cNvPr id="3" name="Text Placeholder 2"/>
          <p:cNvSpPr>
            <a:spLocks noGrp="1"/>
          </p:cNvSpPr>
          <p:nvPr>
            <p:ph type="body" idx="13" sz="quarter"/>
          </p:nvPr>
        </p:nvSpPr>
        <p:spPr/>
        <p:txBody>
          <a:bodyPr wrap="square"/>
          <a:lstStyle/>
          <a:p>
            <a:pPr algn="l">
              <a:spcAft>
                <a:spcPts val="400"/>
              </a:spcAft>
            </a:pPr>
            <a:r>
              <a:rPr sz="1400" b="0">
                <a:solidFill>
                  <a:srgbClr val="9F9998"/>
                </a:solidFill>
                <a:latin typeface="Arial"/>
              </a:rPr>
              <a:t>What the bootstrap intervals do and do not cover</a:t>
            </a:r>
          </a:p>
        </p:txBody>
      </p:sp>
      <p:sp>
        <p:nvSpPr>
          <p:cNvPr id="7" name="Datumsplatzhalter 6">
            <a:extLst>
              <a:ext uri="{FF2B5EF4-FFF2-40B4-BE49-F238E27FC236}">
                <a16:creationId xmlns:a16="http://schemas.microsoft.com/office/drawing/2014/main" id="{124A6A03-5D2E-417E-9A62-737D1DBC92ED}"/>
              </a:ext>
              <a:ext uri="{C183D7F6-B498-43B3-948B-1728B52AA6E4}">
                <adec:decorative xmlns:adec="http://schemas.microsoft.com/office/drawing/2017/decorative" val="1"/>
              </a:ext>
            </a:extLst>
          </p:cNvPr>
          <p:cNvSpPr>
            <a:spLocks noGrp="1"/>
          </p:cNvSpPr>
          <p:nvPr>
            <p:ph type="dt" sz="half" idx="14"/>
          </p:nvPr>
        </p:nvSpPr>
        <p:spPr>
          <a:xfrm>
            <a:off x="6492240" y="4873752"/>
            <a:ext cx="1737360" cy="146304"/>
          </a:xfrm>
        </p:spPr>
        <p:txBody>
          <a:bodyPr/>
          <a:lstStyle/>
          <a:p>
            <a:pPr algn="r"/>
            <a:r>
              <a:rPr lang="de-DE"/>
              <a:t>8 September 2026</a:t>
            </a:r>
            <a:endParaRPr lang="en-US" dirty="0"/>
          </a:p>
        </p:txBody>
      </p:sp>
      <p:sp>
        <p:nvSpPr>
          <p:cNvPr id="8" name="Fußzeilenplatzhalter 7">
            <a:extLst>
              <a:ext uri="{FF2B5EF4-FFF2-40B4-BE49-F238E27FC236}">
                <a16:creationId xmlns:a16="http://schemas.microsoft.com/office/drawing/2014/main" id="{90427F68-7D65-4111-9D28-F407D044A73B}"/>
              </a:ext>
              <a:ext uri="{C183D7F6-B498-43B3-948B-1728B52AA6E4}">
                <adec:decorative xmlns:adec="http://schemas.microsoft.com/office/drawing/2017/decorative" val="1"/>
              </a:ext>
            </a:extLst>
          </p:cNvPr>
          <p:cNvSpPr>
            <a:spLocks noGrp="1"/>
          </p:cNvSpPr>
          <p:nvPr>
            <p:ph type="ftr" sz="quarter" idx="15"/>
          </p:nvPr>
        </p:nvSpPr>
        <p:spPr/>
        <p:txBody>
          <a:bodyPr/>
          <a:lstStyle/>
          <a:p>
            <a:r>
              <a:rPr lang="en-US"/>
              <a:t>UAV remaining useful life estimation</a:t>
            </a:r>
            <a:endParaRPr lang="en-US" dirty="0"/>
          </a:p>
        </p:txBody>
      </p:sp>
      <p:sp>
        <p:nvSpPr>
          <p:cNvPr id="10" name="Foliennummernplatzhalter 9">
            <a:extLst>
              <a:ext uri="{FF2B5EF4-FFF2-40B4-BE49-F238E27FC236}">
                <a16:creationId xmlns:a16="http://schemas.microsoft.com/office/drawing/2014/main" id="{BC2B8577-8AB8-42B5-8BA8-1751A412246A}"/>
              </a:ext>
              <a:ext uri="{C183D7F6-B498-43B3-948B-1728B52AA6E4}">
                <adec:decorative xmlns:adec="http://schemas.microsoft.com/office/drawing/2017/decorative" val="1"/>
              </a:ext>
            </a:extLst>
          </p:cNvPr>
          <p:cNvSpPr>
            <a:spLocks noGrp="1"/>
          </p:cNvSpPr>
          <p:nvPr>
            <p:ph type="sldNum" sz="quarter" idx="16"/>
          </p:nvPr>
        </p:nvSpPr>
        <p:spPr/>
        <p:txBody>
          <a:bodyPr/>
          <a:lstStyle/>
          <a:p>
            <a:fld id="{9E82CC3C-1DC0-4FDA-9590-6CC506AB67F8}" type="slidenum">
              <a:rPr lang="en-US" smtClean="0"/>
              <a:pPr/>
              <a:t>‹Nr.›</a:t>
            </a:fld>
            <a:endParaRPr lang="en-US" dirty="0"/>
          </a:p>
        </p:txBody>
      </p:sp>
      <p:sp>
        <p:nvSpPr>
          <p:cNvPr id="11" name="Rounded Rectangle 10"/>
          <p:cNvSpPr/>
          <p:nvPr/>
        </p:nvSpPr>
        <p:spPr>
          <a:xfrm>
            <a:off x="466344" y="1060704"/>
            <a:ext cx="2639568" cy="3054096"/>
          </a:xfrm>
          <a:prstGeom prst="roundRect">
            <a:avLst/>
          </a:prstGeom>
          <a:solidFill>
            <a:srgbClr val="FFFFFF"/>
          </a:solidFill>
          <a:ln w="12700">
            <a:solidFill>
              <a:srgbClr val="9F999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spcAft>
                <a:spcPts val="200"/>
              </a:spcAft>
            </a:pPr>
            <a:r>
              <a:rPr sz="950" b="1">
                <a:solidFill>
                  <a:srgbClr val="00519E"/>
                </a:solidFill>
                <a:latin typeface="Arial"/>
              </a:rPr>
              <a:t>What the bootstrap covers</a:t>
            </a:r>
          </a:p>
          <a:p>
            <a:pPr algn="l">
              <a:spcAft>
                <a:spcPts val="200"/>
              </a:spcAft>
            </a:pPr>
            <a:r>
              <a:rPr sz="950" b="0">
                <a:solidFill>
                  <a:srgbClr val="3E444C"/>
                </a:solidFill>
                <a:latin typeface="Arial"/>
              </a:rPr>
              <a:t>· 1,000-3,000 resamples of whole UAVs, never of rows.</a:t>
            </a:r>
          </a:p>
          <a:p>
            <a:pPr algn="l">
              <a:spcAft>
                <a:spcPts val="200"/>
              </a:spcAft>
            </a:pPr>
            <a:r>
              <a:rPr sz="950" b="0">
                <a:solidFill>
                  <a:srgbClr val="3E444C"/>
                </a:solidFill>
                <a:latin typeface="Arial"/>
              </a:rPr>
              <a:t>· Run 7 pooled R² interval 0.87779 - 0.92772.</a:t>
            </a:r>
          </a:p>
          <a:p>
            <a:pPr algn="l">
              <a:spcAft>
                <a:spcPts val="200"/>
              </a:spcAft>
            </a:pPr>
            <a:r>
              <a:rPr sz="950" b="0">
                <a:solidFill>
                  <a:srgbClr val="3E444C"/>
                </a:solidFill>
                <a:latin typeface="Arial"/>
              </a:rPr>
              <a:t>· Run 7 minus Run 6 RMSE interval -1.252 to +0.446 cycles.</a:t>
            </a:r>
          </a:p>
          <a:p>
            <a:pPr algn="l">
              <a:spcAft>
                <a:spcPts val="200"/>
              </a:spcAft>
            </a:pPr>
            <a:r>
              <a:rPr sz="950" b="0">
                <a:solidFill>
                  <a:srgbClr val="3E444C"/>
                </a:solidFill>
                <a:latin typeface="Arial"/>
              </a:rPr>
              <a:t>· It resamples fixed saved predictions, so it excludes training and model-selection uncertainty.</a:t>
            </a:r>
          </a:p>
          <a:p>
            <a:pPr algn="l">
              <a:spcAft>
                <a:spcPts val="200"/>
              </a:spcAft>
            </a:pPr>
            <a:r>
              <a:rPr sz="950" b="0">
                <a:solidFill>
                  <a:srgbClr val="3E444C"/>
                </a:solidFill>
                <a:latin typeface="Arial"/>
              </a:rPr>
              <a:t>· A positive mean with an interval crossing zero is uncertain evidence, not proof of no effect.</a:t>
            </a:r>
          </a:p>
        </p:txBody>
      </p:sp>
      <p:sp>
        <p:nvSpPr>
          <p:cNvPr id="12" name="Rounded Rectangle 11"/>
          <p:cNvSpPr/>
          <p:nvPr/>
        </p:nvSpPr>
        <p:spPr>
          <a:xfrm>
            <a:off x="3270504" y="1060704"/>
            <a:ext cx="2639568" cy="3054096"/>
          </a:xfrm>
          <a:prstGeom prst="roundRect">
            <a:avLst/>
          </a:prstGeom>
          <a:solidFill>
            <a:srgbClr val="FFFFFF"/>
          </a:solidFill>
          <a:ln w="12700">
            <a:solidFill>
              <a:srgbClr val="9F999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spcAft>
                <a:spcPts val="200"/>
              </a:spcAft>
            </a:pPr>
            <a:r>
              <a:rPr sz="950" b="1">
                <a:solidFill>
                  <a:srgbClr val="00519E"/>
                </a:solidFill>
                <a:latin typeface="Arial"/>
              </a:rPr>
              <a:t>Repeated endpoints</a:t>
            </a:r>
          </a:p>
          <a:p>
            <a:pPr algn="l">
              <a:spcAft>
                <a:spcPts val="200"/>
              </a:spcAft>
            </a:pPr>
            <a:r>
              <a:rPr sz="950" b="0">
                <a:solidFill>
                  <a:srgbClr val="3E444C"/>
                </a:solidFill>
                <a:latin typeface="Arial"/>
              </a:rPr>
              <a:t>· 500 development rows contain 444 distinct (UAV, cutoff) pairs.</a:t>
            </a:r>
          </a:p>
          <a:p>
            <a:pPr algn="l">
              <a:spcAft>
                <a:spcPts val="200"/>
              </a:spcAft>
            </a:pPr>
            <a:r>
              <a:rPr sz="950" b="0">
                <a:solidFill>
                  <a:srgbClr val="3E444C"/>
                </a:solidFill>
                <a:latin typeface="Arial"/>
              </a:rPr>
              <a:t>· Removing duplicates changes pooled R² only from 0.90446 to 0.90494.</a:t>
            </a:r>
          </a:p>
          <a:p>
            <a:pPr algn="l">
              <a:spcAft>
                <a:spcPts val="200"/>
              </a:spcAft>
            </a:pPr>
            <a:r>
              <a:rPr sz="950" b="0">
                <a:solidFill>
                  <a:srgbClr val="3E444C"/>
                </a:solidFill>
                <a:latin typeface="Arial"/>
              </a:rPr>
              <a:t>· Duplication therefore does not explain the headline number, but it does affect weighting and precision.</a:t>
            </a:r>
          </a:p>
          <a:p>
            <a:pPr algn="l">
              <a:spcAft>
                <a:spcPts val="200"/>
              </a:spcAft>
            </a:pPr>
            <a:r>
              <a:rPr sz="950" b="0">
                <a:solidFill>
                  <a:srgbClr val="3E444C"/>
                </a:solidFill>
                <a:latin typeface="Arial"/>
              </a:rPr>
              <a:t>· The UAV, not the endpoint, stays the resampling unit.</a:t>
            </a:r>
          </a:p>
        </p:txBody>
      </p:sp>
      <p:sp>
        <p:nvSpPr>
          <p:cNvPr id="13" name="Rounded Rectangle 12"/>
          <p:cNvSpPr/>
          <p:nvPr/>
        </p:nvSpPr>
        <p:spPr>
          <a:xfrm>
            <a:off x="6074664" y="1060704"/>
            <a:ext cx="2639568" cy="3054096"/>
          </a:xfrm>
          <a:prstGeom prst="roundRect">
            <a:avLst/>
          </a:prstGeom>
          <a:solidFill>
            <a:srgbClr val="FFFFFF"/>
          </a:solidFill>
          <a:ln w="12700">
            <a:solidFill>
              <a:srgbClr val="9F999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spcAft>
                <a:spcPts val="200"/>
              </a:spcAft>
            </a:pPr>
            <a:r>
              <a:rPr sz="950" b="1">
                <a:solidFill>
                  <a:srgbClr val="00519E"/>
                </a:solidFill>
                <a:latin typeface="Arial"/>
              </a:rPr>
              <a:t>Public-score provenance</a:t>
            </a:r>
          </a:p>
          <a:p>
            <a:pPr algn="l">
              <a:spcAft>
                <a:spcPts val="200"/>
              </a:spcAft>
            </a:pPr>
            <a:r>
              <a:rPr sz="950" b="0">
                <a:solidFill>
                  <a:srgbClr val="3E444C"/>
                </a:solidFill>
                <a:latin typeface="Arial"/>
              </a:rPr>
              <a:t>· Public scores were transcribed from user-supplied Kaggle screenshots recorded on 7 September 2026, not from a live lookup.</a:t>
            </a:r>
          </a:p>
          <a:p>
            <a:pPr algn="l">
              <a:spcAft>
                <a:spcPts val="200"/>
              </a:spcAft>
            </a:pPr>
            <a:r>
              <a:rPr sz="950" b="0">
                <a:solidFill>
                  <a:srgbClr val="3E444C"/>
                </a:solidFill>
                <a:latin typeface="Arial"/>
              </a:rPr>
              <a:t>· The public leaderboard uses about 30% of the test data; the final standing uses the other 70%.</a:t>
            </a:r>
          </a:p>
          <a:p>
            <a:pPr algn="l">
              <a:spcAft>
                <a:spcPts val="200"/>
              </a:spcAft>
            </a:pPr>
            <a:r>
              <a:rPr sz="950" b="0">
                <a:solidFill>
                  <a:srgbClr val="3E444C"/>
                </a:solidFill>
                <a:latin typeface="Arial"/>
              </a:rPr>
              <a:t>· The 0.87877 figure for the alternative script is user-reported and has no submission artifact in this repository.</a:t>
            </a:r>
          </a:p>
        </p:txBody>
      </p:sp>
      <p:sp>
        <p:nvSpPr>
          <p:cNvPr id="14" name="TextBox 13"/>
          <p:cNvSpPr txBox="1"/>
          <p:nvPr/>
        </p:nvSpPr>
        <p:spPr>
          <a:xfrm>
            <a:off x="466344" y="4535424"/>
            <a:ext cx="8247888" cy="164592"/>
          </a:xfrm>
          <a:prstGeom prst="rect">
            <a:avLst/>
          </a:prstGeom>
          <a:noFill/>
        </p:spPr>
        <p:txBody>
          <a:bodyPr wrap="square">
            <a:spAutoFit/>
          </a:bodyPr>
          <a:lstStyle/>
          <a:p>
            <a:pPr algn="l">
              <a:spcAft>
                <a:spcPts val="400"/>
              </a:spcAft>
            </a:pPr>
            <a:r>
              <a:rPr sz="900" b="0">
                <a:solidFill>
                  <a:srgbClr val="9F9998"/>
                </a:solidFill>
                <a:latin typeface="Arial"/>
              </a:rPr>
              <a:t>Source: diagnostic_summary.json; kaggle_scores.csv; PE_14 notes in the r2 report</a:t>
            </a:r>
          </a:p>
        </p:txBody>
      </p:sp>
    </p:spTree>
  </p:cSld>
  <p:clrMapOvr>
    <a:masterClrMapping/>
  </p:clrMapOvr>
</p:sld>
</file>

<file path=ppt/theme/theme1.xml><?xml version="1.0" encoding="utf-8"?>
<a:theme xmlns:a="http://schemas.openxmlformats.org/drawingml/2006/main" name="Uni_Stuttgart">
  <a:themeElements>
    <a:clrScheme name="UNI COLOUR">
      <a:dk1>
        <a:srgbClr val="3E444C"/>
      </a:dk1>
      <a:lt1>
        <a:sysClr val="window" lastClr="FFFFFF"/>
      </a:lt1>
      <a:dk2>
        <a:srgbClr val="000000"/>
      </a:dk2>
      <a:lt2>
        <a:srgbClr val="9F9998"/>
      </a:lt2>
      <a:accent1>
        <a:srgbClr val="00BEFF"/>
      </a:accent1>
      <a:accent2>
        <a:srgbClr val="00519E"/>
      </a:accent2>
      <a:accent3>
        <a:srgbClr val="3E444C"/>
      </a:accent3>
      <a:accent4>
        <a:srgbClr val="7DC6EA"/>
      </a:accent4>
      <a:accent5>
        <a:srgbClr val="9F9998"/>
      </a:accent5>
      <a:accent6>
        <a:srgbClr val="FFD500"/>
      </a:accent6>
      <a:hlink>
        <a:srgbClr val="00BEFF"/>
      </a:hlink>
      <a:folHlink>
        <a:srgbClr val="3E444C"/>
      </a:folHlink>
    </a:clrScheme>
    <a:fontScheme name="Universitaet_Stuttgart_Font">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sz="1600" dirty="0" smtClean="0"/>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marL="179388" indent="-179388">
          <a:lnSpc>
            <a:spcPct val="120000"/>
          </a:lnSpc>
          <a:spcBef>
            <a:spcPts val="750"/>
          </a:spcBef>
          <a:buClr>
            <a:schemeClr val="accent1"/>
          </a:buClr>
          <a:buFont typeface="Arial" panose="020B0604020202020204" pitchFamily="34" charset="0"/>
          <a:buChar char="•"/>
          <a:defRPr sz="1600" dirty="0" smtClean="0"/>
        </a:defPPr>
      </a:lstStyle>
    </a:txDef>
  </a:objectDefaults>
  <a:extraClrSchemeLst/>
  <a:extLst>
    <a:ext uri="{05A4C25C-085E-4340-85A3-A5531E510DB2}">
      <thm15:themeFamily xmlns:thm15="http://schemas.microsoft.com/office/thememl/2012/main" name="Uni Master D_16zu10 Institute.potx" id="{C3B3A38B-0338-49FB-B231-116B7D339AEF}" vid="{AA825256-4409-4510-8B2A-E00170960EBA}"/>
    </a:ext>
  </a:extLst>
</a:theme>
</file>

<file path=ppt/theme/theme2.xml><?xml version="1.0" encoding="utf-8"?>
<a:theme xmlns:a="http://schemas.openxmlformats.org/drawingml/2006/main" name="Office Theme">
  <a:themeElements>
    <a:clrScheme name="Universität Stuttgart Version 2">
      <a:dk1>
        <a:srgbClr val="323232"/>
      </a:dk1>
      <a:lt1>
        <a:sysClr val="window" lastClr="FFFFFF"/>
      </a:lt1>
      <a:dk2>
        <a:srgbClr val="000000"/>
      </a:dk2>
      <a:lt2>
        <a:srgbClr val="9F9998"/>
      </a:lt2>
      <a:accent1>
        <a:srgbClr val="00BEFF"/>
      </a:accent1>
      <a:accent2>
        <a:srgbClr val="004191"/>
      </a:accent2>
      <a:accent3>
        <a:srgbClr val="323232"/>
      </a:accent3>
      <a:accent4>
        <a:srgbClr val="7DC6EA"/>
      </a:accent4>
      <a:accent5>
        <a:srgbClr val="9F9998"/>
      </a:accent5>
      <a:accent6>
        <a:srgbClr val="FFD500"/>
      </a:accent6>
      <a:hlink>
        <a:srgbClr val="00BEFF"/>
      </a:hlink>
      <a:folHlink>
        <a:srgbClr val="524D4D"/>
      </a:folHlink>
    </a:clrScheme>
    <a:fontScheme name="Universität Stuttgar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Universität Stuttgart Version 2">
      <a:dk1>
        <a:srgbClr val="323232"/>
      </a:dk1>
      <a:lt1>
        <a:sysClr val="window" lastClr="FFFFFF"/>
      </a:lt1>
      <a:dk2>
        <a:srgbClr val="000000"/>
      </a:dk2>
      <a:lt2>
        <a:srgbClr val="9F9998"/>
      </a:lt2>
      <a:accent1>
        <a:srgbClr val="00BEFF"/>
      </a:accent1>
      <a:accent2>
        <a:srgbClr val="004191"/>
      </a:accent2>
      <a:accent3>
        <a:srgbClr val="323232"/>
      </a:accent3>
      <a:accent4>
        <a:srgbClr val="7DC6EA"/>
      </a:accent4>
      <a:accent5>
        <a:srgbClr val="9F9998"/>
      </a:accent5>
      <a:accent6>
        <a:srgbClr val="FFD500"/>
      </a:accent6>
      <a:hlink>
        <a:srgbClr val="00BEFF"/>
      </a:hlink>
      <a:folHlink>
        <a:srgbClr val="524D4D"/>
      </a:folHlink>
    </a:clrScheme>
    <a:fontScheme name="Universität Stuttgar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65</Words>
  <Application>Microsoft Office PowerPoint</Application>
  <PresentationFormat>Bildschirmpräsentation (16:9)</PresentationFormat>
  <Paragraphs>19</Paragraphs>
  <Slides>10</Slides>
  <Notes>0</Notes>
  <HiddenSlides>0</HiddenSlides>
  <MMClips>0</MMClips>
  <ScaleCrop>false</ScaleCrop>
  <HeadingPairs>
    <vt:vector size="6" baseType="variant">
      <vt:variant>
        <vt:lpstr>Verwendete Schriftarten</vt:lpstr>
      </vt:variant>
      <vt:variant>
        <vt:i4>1</vt:i4>
      </vt:variant>
      <vt:variant>
        <vt:lpstr>Design</vt:lpstr>
      </vt:variant>
      <vt:variant>
        <vt:i4>1</vt:i4>
      </vt:variant>
      <vt:variant>
        <vt:lpstr>Folientitel</vt:lpstr>
      </vt:variant>
      <vt:variant>
        <vt:i4>10</vt:i4>
      </vt:variant>
    </vt:vector>
  </HeadingPairs>
  <TitlesOfParts>
    <vt:vector size="12" baseType="lpstr">
      <vt:lpstr>Arial</vt:lpstr>
      <vt:lpstr>Uni_Stuttgart</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Joest Homann</cp:lastModifiedBy>
  <cp:revision>1</cp:revision>
  <dcterms:created xsi:type="dcterms:W3CDTF">2016-11-21T05:24:26Z</dcterms:created>
  <dcterms:modified xsi:type="dcterms:W3CDTF">2026-09-08T16:48:54Z</dcterms:modified>
</cp:coreProperties>
</file>